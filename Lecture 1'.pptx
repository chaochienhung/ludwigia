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4"/>
  </p:notesMasterIdLst>
  <p:handoutMasterIdLst>
    <p:handoutMasterId r:id="rId45"/>
  </p:handoutMasterIdLst>
  <p:sldIdLst>
    <p:sldId id="474" r:id="rId2"/>
    <p:sldId id="498" r:id="rId3"/>
    <p:sldId id="464" r:id="rId4"/>
    <p:sldId id="359" r:id="rId5"/>
    <p:sldId id="371" r:id="rId6"/>
    <p:sldId id="500" r:id="rId7"/>
    <p:sldId id="501" r:id="rId8"/>
    <p:sldId id="357" r:id="rId9"/>
    <p:sldId id="499" r:id="rId10"/>
    <p:sldId id="370" r:id="rId11"/>
    <p:sldId id="502" r:id="rId12"/>
    <p:sldId id="504" r:id="rId13"/>
    <p:sldId id="476" r:id="rId14"/>
    <p:sldId id="442" r:id="rId15"/>
    <p:sldId id="445" r:id="rId16"/>
    <p:sldId id="454" r:id="rId17"/>
    <p:sldId id="496" r:id="rId18"/>
    <p:sldId id="497" r:id="rId19"/>
    <p:sldId id="456" r:id="rId20"/>
    <p:sldId id="477" r:id="rId21"/>
    <p:sldId id="478" r:id="rId22"/>
    <p:sldId id="484" r:id="rId23"/>
    <p:sldId id="483" r:id="rId24"/>
    <p:sldId id="485" r:id="rId25"/>
    <p:sldId id="486" r:id="rId26"/>
    <p:sldId id="482" r:id="rId27"/>
    <p:sldId id="481" r:id="rId28"/>
    <p:sldId id="480" r:id="rId29"/>
    <p:sldId id="487" r:id="rId30"/>
    <p:sldId id="488" r:id="rId31"/>
    <p:sldId id="489" r:id="rId32"/>
    <p:sldId id="490" r:id="rId33"/>
    <p:sldId id="260" r:id="rId34"/>
    <p:sldId id="491" r:id="rId35"/>
    <p:sldId id="492" r:id="rId36"/>
    <p:sldId id="261" r:id="rId37"/>
    <p:sldId id="262" r:id="rId38"/>
    <p:sldId id="493" r:id="rId39"/>
    <p:sldId id="264" r:id="rId40"/>
    <p:sldId id="494" r:id="rId41"/>
    <p:sldId id="257" r:id="rId42"/>
    <p:sldId id="495" r:id="rId43"/>
  </p:sldIdLst>
  <p:sldSz cx="12192000" cy="6858000"/>
  <p:notesSz cx="7315200" cy="9601200"/>
  <p:custDataLst>
    <p:tags r:id="rId46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9999"/>
    <a:srgbClr val="008A87"/>
    <a:srgbClr val="008380"/>
    <a:srgbClr val="FF9900"/>
    <a:srgbClr val="CCFF66"/>
    <a:srgbClr val="FFFF6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/>
    <p:restoredTop sz="92123" autoAdjust="0"/>
  </p:normalViewPr>
  <p:slideViewPr>
    <p:cSldViewPr>
      <p:cViewPr varScale="1">
        <p:scale>
          <a:sx n="117" d="100"/>
          <a:sy n="117" d="100"/>
        </p:scale>
        <p:origin x="84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788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FA13D176-3A9C-4760-8E4B-FF1E7C21CA43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D038DFF3-B342-422B-A83E-54930FD683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19278 2282 7993,'-8'0'140,"1"-1"0,0-2 635,0-1 0,-1-5 1,-3 4-32,2-2 1,0 3-1,3-3 453,-1 2 1,3-1 268,-4 2-1292,5 3 0,-2 1 1,5 9-1,0 8 1,1 8-1,2 8 1,2 7 648,2 5-795,-4 9 1,8-2-1,-3 5 1,3-1 0,2-2-1,-1-2 1,1-6-91,-1-6 97,6-6 0,-3-10 1,4-4-1,-1-5 0,-1-5 1,-1-7-1,1-7 786,-2-9-599,-1-5 1,0-12 0,-1-3 0,3-4 0,-4-5 0,2-3 0,-3-3 1130,0-2-1428,3-5 0,-8 3 0,7-6 0,-1 0 1,-1 3-1,-1 6 0,-3 12-640,-2 11 220,-1 7 0,1 11 0,-1 2 1,-1 5-1,-2 6 0,-1 6-3442,0 6 1741,5-3 2196,-3 3 0,-2 18 0,-7 5 0</inkml:trace>
  <inkml:trace contextRef="#ctx0" brushRef="#br0">19849 2654 6716,'-7'-12'1383,"0"1"0,4 1 0,-2 2-824,-2-2 0,3 0 1,-3 1-416,1 1 1,-4 3 0,2-1 0,-3 0 0,-1 3 0,-1 5 0,1 5 0,0 6 0,-2 5 323,-3 4-514,3 7 1,1 4 0,6 7 0,1 3 0,3 0 0,2-1 0,1-2-490,0-1 497,6-7 1,2-5 0,7-9-1,3-7 1,1-4 0,2-4-1,0-5 258,-1-6-139,-5-6 1,8-12-1,-7-1 1,-2-4-1,-3 0 1,-4-2 0,-2 1 38,-2 3-276,-2-3 0,-1 10 1,0-1-1,0 3 1,2 5-2103,2 2-435,-3 6 2693,10 1 0,18 23 0,11 3 0</inkml:trace>
  <inkml:trace contextRef="#ctx0" brushRef="#br0">19973 2716 7993,'-13'6'205,"1"-4"1,-1 5 870,1-1 0,4 2 0,1-2-280,1 0 0,2-1 0,4 3 0,2 2-437,2 1 1,-2 2 0,5 2-1,0 3-296,0 2 0,-3 4 1,5 5-1,-1-1-433,-1-2 0,2-2 0,-4-4 0,-1-5 26,1-5 1,-2 0 0,4-8 371,-2-3 0,-1-14 0,-2-13 0,1-5 354,1-5 1,1-2 0,-2 3 0,3-1-136,0 1 0,1 5 0,3 3 0,-2 3-438,2 2 0,1 4 1,1 5-1,2 5-581,3 6 0,-4 3 1,5 2-1,0 3 772,3 5 0,24 7 0,8 4 0</inkml:trace>
  <inkml:trace contextRef="#ctx0" brushRef="#br0">20692 2208 7933,'0'-9'336,"-1"2"1450,-3 2-520,2-5 0,-9 9 1,3-3-1,-3 4-469,-1 4 1,1 4-1,1 10-721,2 7 1,-1 5 0,-3 9 0,1 4-1,1 5-201,2 4 1,1 7 0,-1-2 104,4-1 0,2 0 1,2-7-1,0-1 1,2-2-160,2-5 0,3-9-58,5-7 0,5-3 0,1-9 0,-1-3 0,3-3 0,-1-4-647,3-2 1,-3-6-677,2-4 1,0-6 1559,4-1 0,-7-19 0,-1-7 0,3-3 0,-1 1 0</inkml:trace>
  <inkml:trace contextRef="#ctx0" brushRef="#br0">20891 2443 8170,'-13'0'0,"1"-1"1131,-1-3 0,2 4 227,3 0 1,3 1-1,6 6 1,3 0-1000,4 0 1,9 1 0,4 4 0,2 1-470,2-1 0,1 5 0,2-1 0,1 1-182,-2 1-426,-1 1 1,-1 0 0,0-1 0,-2-1-1,-1-1 718,-1 0 0,-6-14 0,3-3 0</inkml:trace>
  <inkml:trace contextRef="#ctx0" brushRef="#br0">21300 2307 8135,'-17'0'0,"1"0"1162,1 0 1,1 0 0,2 0 0,-1 0-79,1 0 0,-1 5 0,2 4 0,2 3 367,0 5-1493,1-4 1,-4 11 0,-1-4 0,1 5 0,0 4 0,-2 4 0,-3 3-676,-3 1 19,-4 0 0,-1 1 0,0-1 0,1-1 1,0-3-1,4-4 698,3-3 0,25-23 0,7-6 0</inkml:trace>
  <inkml:trace contextRef="#ctx0" brushRef="#br0">21449 2133 7920,'-21'0'0,"2"0"3717,1 0-2574,1 0 1,12 0-1,5 2 1,7 0 0,5 4-1,3 1 2548,2 2-3635,5 2 1,-4 9 0,4 5-1,-3 6 1,-1 6 0,-4 6 0,-4 5-217,-6 5 3,3 11 0,-7-10 0,-2 8 0,-7-2 0,-8-4 0,-2-2 0,-3-5-2011,-2-3 955,-1-9 1,2-8-1,2-8 1213,5-5 0,-42-24 0,-10-7 0</inkml:trace>
  <inkml:trace contextRef="#ctx0" brushRef="#br0">21970 2505 7986,'-17'0'621,"1"0"0,-1-1 1,6-3 625,3-5 0,8 0 1,8 1-1,5 2 320,3 1-1416,4 3 1,4-7 0,1 4 0,0 1 0,0 0 0,-2 0 0,-1 0 65,-1-2 1,-2 5-651,2-3 0,1 2 0,-6 2 1,0 0-1,-4 2 433,-4 2 0,-29 22 0,-18 10 0,-3 5 0,1-1 0</inkml:trace>
  <inkml:trace contextRef="#ctx0" brushRef="#br0">21821 2840 12813,'21'-4'0,"-1"-2"904,2 0 1,3-7 0,3-3 0,2 1-731,2 1 1,0 1 0,2 1 0,-2 1 74,-2 3-712,-1-3 0,-6 9 0,-1-2 0,-1 3 1,0 1 462,-2 0 0,-1-11 0,-6-3 0</inkml:trace>
  <inkml:trace contextRef="#ctx0" brushRef="#br0">22627 2208 7865,'-19'0'1066,"1"0"0,6 1 861,-1 3-1497,1-2 1,4 7-1,1-3 1,1 1 0,4 4-1,0 4 1,2 5 951,0 4 1,0 2-1329,0 3 1,6 8 0,1 7 0,1 3 0,-1 1 0,-2 3-491,-2 0 0,-2 0 0,-1-1-512,0 0 1,0 1-1,0-5 1,0-7-1,0-7 948,0-9 0,11-64 0,3-23 0</inkml:trace>
  <inkml:trace contextRef="#ctx0" brushRef="#br0">22677 2270 7921,'-17'12'398,"1"-1"318,1-3 187,7 3 1,3-11 0,10 0 0,4-7 0,5-4 842,2-1-1662,7-6 0,-6 4 0,6-2 0,-3 2 0,1 2 1,-2-1-1,-1 2-320,0 3-125,-4 2 0,8 2 0,-6 0 1,0 3-1,-3 4 0,0 6 1,-2 5 360,-3 2 0,-36 34 0,-13 4 0</inkml:trace>
  <inkml:trace contextRef="#ctx0" brushRef="#br0">22677 2518 7921,'-25'12'943,"0"0"1,6-3 778,3-1-1098,7-5 0,11 2 0,9-5 1,5-1-1,4-3 0,2-3 0,1-1 1195,2-1-1868,0 1 0,-1-3 0,1 1 0,-1 4 0,-4 0 0,-2 3 0,-1 2-2338,-1 1 1584,1 0 1,-10 5-1,-3 5 1,-3 7 802,-1 7 0,-29 20 0,-13 9 0,12-13 0,0 0 0,0 0 0</inkml:trace>
  <inkml:trace contextRef="#ctx0" brushRef="#br0">22652 2927 7912,'-19'5'0,"2"2"1462,4 0-458,6-1 1,7-6 0,9-2 0,7-2-508,4-4 1,4-3 0,0-1 0,1-2-585,0-3 1,0 3 0,0-2 0,1 2 86,3 2 0,6-11 0,6-5 0,5-3 0,0 1 0</inkml:trace>
  <inkml:trace contextRef="#ctx0" brushRef="#br0">23248 2270 8225,'-7'-2'2716,"3"-2"134,2-4-2574,2-3 0,10-6 1,4 1-1,2 1 1,4 1-1,-1 3 1,3 1 47,1 2 1,2 1-916,0-1 0,-2 1 0,-2 4 0,-3-1-2227,0 1 1,-10 7 427,0 5 2390,-38 16 0,-14 5 0,15-3 34,-6-2 0,0 0 1,0 2-1,23-14 1,-1-1-1,1-1 0,1 0 1496,3 2 0,2-4-815,6 8 0,0-3 1,0-1-1,0 4 0,0 4 1,0 2 1238,0 2-1763,6 0 0,-5-1 1,3 3-1,-2 0 0,-2 2 1,0-1-1,0-1 237,0 2 1,0-1-1,-2 3 1,0 1 58,-3 0 1,0-5-1,2 2 1,-1-4 268,1-4 0,3-3 0,6-7-384,6-3 0,1-2 0,3-6 0,-1 0-208,2 0 1,-2-2 0,6-2 0,1-4-572,1-3 0,-2-3 0,-1-1 0,3-2-1391,0 2 1,-2 1 0,-2 2 1797,-1 0 0,-13-1 0,-6 1 0</inkml:trace>
  <inkml:trace contextRef="#ctx0" brushRef="#br0">23905 2245 7928,'-12'-4'1421,"-1"0"0,5-5 1689,0 5-1922,0-5-1038,-5 7 1,6-2 0,2 7 0,1 4-1,-2 2 1,1 6 0,-2 5 77,0 6 1,3 1 0,-3 9-88,1 3 0,-2 11 1,4 0-1,0 4 0,0 1-93,-1-2 1,1-2-1,6-3-150,2-3 1,3-3 0,5-9 0,1-6-1,-1-6-429,0-9 1,2-1 0,1-6-92,2-3 0,-1-7 0,-2-6 1,1-6-1,2-2-2544,-2-3 3166,4 4 0,1-33 0,4-3 0</inkml:trace>
  <inkml:trace contextRef="#ctx0" brushRef="#br0">24190 2332 7923,'-19'0'0,"1"1"739,0 3 1,9-2-1,-2 3 3451,4 1-3911,3 0 0,9 7 1,3-1-1,5 1 1,3-1-1,5 2 1,2 1-127,2 2 0,0 5 0,-1-2-314,-4 4 0,2 0 0,-4 1 0,0 0 0,0 0-521,-3 0 0,-2 0 1,-4-1-382,0 1 1,-7-6-1,4-2 1063,-1-3 0,-3-40 0,3-10 0</inkml:trace>
  <inkml:trace contextRef="#ctx0" brushRef="#br0">24575 2208 7923,'-10'-7'0,"-3"1"225,-5 1 0,1 3 0,-2-2 0,1 4 1352,3 4 1,1 5-1,2 7 1,-1 5 2005,1 2-3501,-1 2 1,5 1-1,0 2 1,0 3 0,-2 4-1,0 4 1,-2-1-1914,-2 1 1313,3-2 0,-7 0 1,6-1-1,-2-3 1,0-4-1,0-3 518,3-1 0,13-28 0,-1-6 0</inkml:trace>
  <inkml:trace contextRef="#ctx0" brushRef="#br0">24538 2542 8694,'-6'-6'4204,"5"-1"-1055,-3 3-2716,2 2 0,4-7 0,3 3 0,8 1 0,6-2 1,6 0-1,4-2 639,4 3-1425,3-5 1,1 9-1,0-2 1,0 3-1,-1 2 353,-3 3 0,-13 25 0,-9 11 0</inkml:trace>
  <inkml:trace contextRef="#ctx0" brushRef="#br0">25319 2257 7840,'-1'-8'293,"-2"0"1,-2-2-1,-1-1 1,1-1-1,2-1 2064,2 1 0,1 4-571,0-1-1583,0 7 1,0-1 0,0 10-1,-2 8 1,-1 7 0,-1 8 0,2 7 46,0 9-360,-3-1 1,2 16-1,-5-3 1,-1 1-1,1 2 1,0-2 0,0 0-1334,1-4 569,1-8 0,6-10 0,0-9 0,2-7 874,2-9 0,10-40 0,6-20 0,4-3 0,-1-1 0</inkml:trace>
  <inkml:trace contextRef="#ctx0" brushRef="#br0">25419 2096 7857,'-21'8'1289,"0"1"1,6-5 970,-1 4-1755,7-5 1,7 2-1,8-5 1,7-1 0,2-3 1871,3-5-2400,-4-2 1,8 3 0,-4 0 0,0 0 0,1 1 0,0 3 0,2 1-1968,-2-1 1334,-1 2 0,-1-3 0,-1 6 0,-2 3 656,-4 5 0,-21 19 0,-11 10 0,-3 2 0,1 1 0</inkml:trace>
  <inkml:trace contextRef="#ctx0" brushRef="#br0">25394 2443 7857,'-13'13'1243,"1"-2"1,1-2 10,3 0 0,4-7 0,9 2 87,7-2-1165,1-8 1,9-1 0,-4-5 0,1 0 0,2-1 0,0 1 0,-1 1-1133,2 3 627,-4-3 1,0 9 0,-6-2 328,1 3 0,-23 39 0,-5 10 0</inkml:trace>
  <inkml:trace contextRef="#ctx0" brushRef="#br0">25319 2803 7857,'-15'12'0,"1"-1"0,5-1 1201,2-2 1,4-5-356,7 1 1,5-4 0,6-3 0,3-2-352,1-2 1,0 0 0,3-3 0,-1 4-395,1 0 0,-3-2 1,2 4-1,0 1-2078,-2 2 1977,4-5 0,13-6 0,10-8 0</inkml:trace>
  <inkml:trace contextRef="#ctx0" brushRef="#br0">25754 2257 7865,'-17'0'0,"2"2"1294,4 2 1,0-4-55,7 0 0,6-2 0,12-6-928,10-2 0,2-1 0,7 0 0,1 2 0,1 0-431,-2 0 1,1-1 0,-5 1-823,-1 0 0,-3 7 0,-3-4 941,-2 0 0,-26 16 0,-4-2 0</inkml:trace>
  <inkml:trace contextRef="#ctx0" brushRef="#br0">25902 2257 7873,'-12'13'304,"0"-1"1,1 0 0,2 2 2319,5 3-2360,-3-3 1,6 5 0,-3-3 0,2 6-1,2 6 1,0 4 0,0 1 463,0 0-753,0 0 1,-1 3 0,-3 0 0,-3-2 0,-1 0-1,1-3 1,0-4 256,0-2 15,4-6 1,-2 3 0,5-5 0,1-2 0,3-2 0,5-5 0,3-4 1060,5-3-1434,2-1 0,6-7 0,-1-4 0,1-5 0,0-2 0,0-1 1,0-1-1648,-1-2 1773,1-7 0,-9-1 0,-1-4 0,0-6 0,1 1 0</inkml:trace>
  <inkml:trace contextRef="#ctx0" brushRef="#br0">26101 2344 7901,'-12'0'326,"-1"0"0,1 0 0,-1 0 1103,1 0 0,5 1 1,4 4 678,6 3-1948,4 3 1,7 3 0,1 1 0,4 3 0,3 1-1,4 3 1,1 1 994,-1 2-1457,-1 0 0,3-1 0,1-2 0,-1-3 1,-2-1-1,-2-3 302,-4-1 0,9-40 0,-3-10 0</inkml:trace>
  <inkml:trace contextRef="#ctx0" brushRef="#br0">26485 2270 7901,'-9'-5'467,"-4"1"0,8 0 0,-8 4 0,2 0 502,0 0 1,-1 2-1,0 2 1,-1 5-421,1 7 1,-1-1 0,1 5 0,0 2-535,-1 2 1,-5 6 0,-2 3 0,-5 3-371,-4 1 0,-3 2 1,-4 1-1,2 1-550,1-1 0,5-3 0,1-4 0,5-5 905,5-6 0,42-48 0,11-17 0</inkml:trace>
  <inkml:trace contextRef="#ctx0" brushRef="#br0">26597 2170 7901,'-12'0'0,"-1"0"737,1 0 1,4 0 0,-1 0 2437,0 0-2477,3 0 0,6-1 0,8-2 1,3-1-1,3 1 0,1 1-477,2-3 1,4 4 0,-3-3-401,1 3 1,-4 1 0,2 1 0,-4 3 0,0 4-27,-1 3 0,-1 2 0,-1-1 174,-2 1 1,-5 6-1,1 4 1,-3 6 0,-2 3 68,-3 2 0,-3 6 1,-5 2-164,-1-2 1,2 2 0,1 0 0,2-2 0,0-3 33,1-4 0,-3 3 1,6-6-1,0-1 1,-1-4-1,-2-3 1,-2-3-1,1-1 675,-1 0 1,-2-10-1,-2 1-171,1-7 1,-1-2-1,1-1 1,1-5-426,3-6 0,-2 0 1,4-5-1,0 2-2541,-4-2 2553,4 4 0,-27-16 0,-1 3 0</inkml:trace>
  <inkml:trace contextRef="#ctx0" brushRef="#br0">27205 2034 8393,'-12'0'3459,"3"0"-1167,1 0-1580,5 0 0,-1 5 0,7 4 0,2 2 1,2 1-1,3 2 0,1 3 0,1 5 2755,1 5-3415,-1 5 1,1 15 0,-2 2-1,-3 4 1,-4 2 0,-3 1-1,-1 2-37,0 0-279,-5-6 1,-8 2 0,-6-8 0,-1-6 0,-1-6 0,-1-5 0,-2-4-1877,0-5 1770,4-2 0,-2-11 0,6-3 0,0-2 1,4-4-1,4-3 0,2-6-4525,1-4 4895,3-7 0,8-36 0,1 21 0,0 1 0</inkml:trace>
  <inkml:trace contextRef="#ctx0" brushRef="#br0">27490 1997 7882,'0'-13'363,"0"1"1,-1 0-1,-2-1 3313,-1 1-2883,0 5 1,4-4 0,1 4-1,3 0 1,5 3 2058,2 3-2746,1 1 1,1 0 0,-1 0 0,0 0 0,-1 1 0,-1 3 0,-2 4-258,2 3-151,-5 7 0,1-3 0,-6 6 0,-1 1 0,-4 2 0,-1 0 0,-3 0-1818,1-4 2296,0 4 0,-1-10 0,1 4 1,0-2-1,1 1 1794,3-2-1844,3-7 1,2-2-1,3-6 1,4 0-1,3-2 1,3-2-1,3-4-1909,3-3 1374,-2-2 409,6 1 0,23-28 0,-18 17 0,1-1 0</inkml:trace>
  <inkml:trace contextRef="#ctx0" brushRef="#br0">27987 1997 7880,'-9'0'3507,"1"0"-1127,5 0-1491,-2 0-560,5 5 1,1-3-1,3 2 1,4-3 784,4-1-1066,0 0 0,0 0 0,1 0 0,-1 0 0,1 0 1,-1 0-259,0 0 146,1 0 0,-5 0 0,0 0 1,1 2-1,-3 2-73,-1 4 259,-4 3 1,-1 1 0,0 1-1,0-1 1,-1 2 0,-2 1 0,-1 3 330,1 1-462,-4 2 0,6 0 1,-5-1-1,2 2 0,0 2 1,1 1-1,2 1-397,1 3 365,-6-3 1,5 8-1,-3-3 1,1-1-1,0 0 1,-1-2-1,0-2-50,-2-1 0,5 0 0,-4-1 1,0 0 143,1-3 0,0-3 0,3-6 0,-2 0 73,-1 1 0,0-1 0,2-1 60,-2-3 1,3 3 0,-5-4 157,1 0 0,3 4 1,-3-4 387,-1 0 0,5 0-57,-3-3-590,-3-3 57,0 5 1,-1-10 0,1-2 297,1-1 1,-3 3 0,1-3-44,-4 2 0,4 1 1,0 4-1,-2 0-318,-1 0 1,-1 0 0,-1 0 0,1 0-466,0 0 0,-2 4 0,-1 0 0,-2-1-471,2-2 0,0-1 0,0 2 1,-3 0-865,-2 2 1,4 1 1720,-5-5 0,-21 5 0,-11 2 0</inkml:trace>
  <inkml:trace contextRef="#ctx0" brushRef="#br0">24463 3621 6818,'6'7'2922,"-5"0"-1317,3-3-664,-2-2-704,-2 3 0,0-3 0,-2 2 1,-2 4-1,-4 3 420,-3 1 0,-1 2-597,-1 3 1,-1-2-1,-2 6 1,-6 2-1,-6 3 1,-8 6 124,-8 4 0,-7 4-251,21-16 1,-2 1 0,-2 0-1,-2 0 1,1-1 0,0 0-1,1 0 1,0-1 0,2-1-1,1-1 1,1-1 0,2 0-754,-26 16 448,3-8 0,12-3 0,8-8 0,7-5 371,8-3 0,46-37 0,13-13 0</inkml:trace>
  <inkml:trace contextRef="#ctx0" brushRef="#br0">26436 3932 8009,'-17'0'273,"1"0"1,1 0 0,1 0 0,1 1 0,1 2 0,0 1 1501,-1-1 0,5-1-189,0 2-1217,5 3 1,3 0 0,8-3 0,5-1 0,2 0 0,3 2 0,1 2 312,3 3 1,1 2 0,2 3-580,0 2 1,5 5 0,3-1-1,3 2 1,3 2-66,2 0 0,6 0 0,11-1-114,-25-11 1,0-1-1,29 12 1,0-2-1,-3-3 1,-3-1-534,-7-3 0,-1 3 354,-6-2 1,-6 1-1,-7-3 1,-5 1-1,-3 3 1,-4 1-73,-4 3 0,-6 0 343,-3-1 1,-2 1 0,-1-5 0,2-2-1,1-2-81,-1 0-249,-7-6 0,1-2 1,-5-5-1,-3 0 314,-4 0 0,-43-11 0,21 4 0,1 0 0</inkml:trace>
  <inkml:trace contextRef="#ctx0" brushRef="#br0">21685 4837 8084,'-14'1'168,"-1"2"0,-2 3 0,2 0 0,1 4 0,2 1 0,-1 3 421,1 2 0,1 4 0,1 6 0,2 1 14,-2 2-429,5 6 1,-1-3-1,6 5 1,0 0-1,0 2 1,2 1-1,2 1 935,4-1-1194,3-2 0,3-6 1,1-3-1,2-3 0,-1-1 1,1 0-1,-1 0-790,-1-1 1,1-3 874,0 0 0,14-1 0,9 5 0</inkml:trace>
  <inkml:trace contextRef="#ctx0" brushRef="#br0">24439 4738 7998,'-7'0'924,"-4"0"0,8 0 1075,-5 0-1410,5 0 0,-3 1-23,6 3-40,0 3 1,2 4 0,2 0-147,4 2 1,3-4-1,3 9-37,3 0-283,-4 1 46,5 6 1,-5 1-1,-1 2 1,0 2 0,-1 3-1,-2 4 396,-5 3-397,-3 2 5,-6 0 0,-2 1 116,-6 3 0,-3 5 0,-2-4-441,-1-1 0,-2-3 71,-4 3 187,6-6 1,1 1-1,6-8 1,-1-4-44,1-3 0,-45-29 0,-10-6 0</inkml:trace>
  <inkml:trace contextRef="#ctx0" brushRef="#br0">25865 1352 7936,'-12'8'0,"-1"-1"345,1-1 0,1-1 0,3-1 346,4 4 0,2-1 0,2 2-485,0 0 0,0-2 1,0 1-224,0 2 1,0 1 0,0 1-1,0 1 1,0-1 0,0 1 0,2-1-1,0 0 1,2 1-2530,-1-1 2546,-1-5 0,9-18 0,2-10 0</inkml:trace>
  <inkml:trace contextRef="#ctx0" brushRef="#br0">26101 1228 7927,'-17'12'0,"-1"1"445,-1-1 1,3-1 0,-4-1-1,2-1 373,3 5 0,1-1 0,3 4 0,2 1-64,0 3-782,7 2 1,-8 8 0,5 2 0,-2 4 0,-2 3 0,1 1 0,1-1-1670,2-1 1300,-5-7 1,9 2 0,-3-5 0,1-1 0,0-2 0,-1-1 396,1-1 0,-4-10 0,0-3 0</inkml:trace>
  <inkml:trace contextRef="#ctx0" brushRef="#br0">26089 1736 8027,'-6'-8'401,"-2"0"1,-3 5 0,-2-1 2123,1 3-2061,5-5 1,-4 5 0,4-2 0,-1 6 80,0 5-697,5 3 1,-3 1-1,6 1 1,0-1-1,0 1 1,0-1-1,0 0-564,0 1 461,0-1 1,2-4-1,2-1 1,4-1 0,3-5-289,1-4 691,1-9 1,-1-2-1,1-4 1,-1 0-1,0-1 1,2 0-1,1 1 825,2 0-808,0 4 1,-6 0-1,-2 8 1,-1 0-1,2 3 1,1 3 1083,2 4-1256,-7 3 0,4 7 0,-4 3 1,-1 2-1,2 2 0,0-2 0,1-1-1182,-1-3 1143,4-1 1,-8-2 45,5 1 0,0-1 0,5 0 0</inkml:trace>
  <inkml:trace contextRef="#ctx0" brushRef="#br0">22404 4750 8183,'-5'-7'660,"2"2"0,-4 3 140,1-2 0,1 3-597,1-3 0,2 4 0,-2 4 0,3 4 0,1 3 0,0 3 0,0 2 619,0 5-899,0-3 0,-4 5 1,0-2-1,1 3 0,1-1 1,2-2-1,0-5-852,0-2 803,0-2 0,6-5 0,2-3 0,3-5 0,0-6 1,0-7-791,2-4 840,-9-2 1,12-5 0,-7 0 0,2 2-1,1 1 1,1 2 0,-2 2-686,-3 3 953,3 2 0,-8 6 0,5 2 0,2 5 735,1 5-1084,-5 2 0,4 5 0,-4 0 0,1 1 0,2-2 157,2-3 0,24-2 0,5-6 0</inkml:trace>
  <inkml:trace contextRef="#ctx0" brushRef="#br0">22727 4800 8035,'0'8'-270,"0"0"1,0-4 2518,0 5-2019,0-1 0,1-1 0,3-3-325,4-3 1,3-1-1,2 0 1,-1 0 94,1 0 0,21-22 0,6-5 0</inkml:trace>
  <inkml:trace contextRef="#ctx0" brushRef="#br0">22950 4688 8035,'-12'0'395,"-1"0"0,1 0 1,-1 1 1066,1 4-1357,5-4 0,2 10 1,5-3-1,0 3 1,1 3-1,3 1 0,3 3-874,0 1 696,-2 2 73,1 4 0,-14 14 0,-5 7 0,2 5 0,0-1 0</inkml:trace>
  <inkml:trace contextRef="#ctx0" brushRef="#br0">22392 5172 8035,'-13'0'482,"1"0"0,1 1 1,1 2 1067,2 1-1134,5 0 0,-1-4 1,8 0-1,6 0 1,5 0-1,7 0 422,6 0 1,3-1 0,8-3-785,2-5 1,-2 3-1,2-1 1,-2 0 0,-2 0-200,0-3 0,3 5 0,-3-1-431,-5 1 0,-4 3 1,-3-2-1,-2 3 1,-2 1-1614,-5 0 2189,-8 5 0,-41 24 0,-15 11 0</inkml:trace>
  <inkml:trace contextRef="#ctx0" brushRef="#br0">22665 5358 8050,'-13'11'0,"2"-2"24,3 0 1,-3-1-1,3 4 1,-2 1 79,2-1 1,-2 1 0,5 0-1,-1 3 2103,1 0-2158,0 1 1,5-1-1,0 1 1,0-2-1,2-3 1,2-3 22,4-5-136,-2-3 0,5-2 0,-3-3 0,2-6 0,-1-5 0,0-6 1,-1-2-181,-1-2 326,4 0 1,-4 0 0,4 2 0,-2 1-1,0 2 1,-1 3 0,0 1 787,0 3-735,1 0 0,-1 6 0,0 5 0,0 4 1,-1 8-1,-1 5 876,-1 6-1100,-3 8 1,3-3 0,-3 4-1,0-1 1,3-1 0,-3-3-1,0-5-1374,-2-2 445,0 4 0,0-12 1018,0 2 0,0-24 0,0-3 0</inkml:trace>
  <inkml:trace contextRef="#ctx0" brushRef="#br0">22243 4763 8017,'-13'4'99,"1"1"0,0 1 580,-1-1 1,2 5-456,3-2 0,1 4 0,4 5 0,-1 4 0,1 2 0,2 3 39,1 3 0,0 8 0,0 10-288,0 6 0,0-2 0,1 4 1,4-3-1,3-1-178,3-3 1,1-8 0,1-2-302,-1-8 0,5-5 504,-1-5 0,39-29 0,6-13 0</inkml:trace>
  <inkml:trace contextRef="#ctx0" brushRef="#br0">23173 4763 8017,'0'-6'2079,"0"6"-180,0 7-1523,6 9 0,5 4 1,5 6-1,-1 3 1,1 5-1,-1 8 0,1 6-196,0 4-250,-3 7 0,0-6 1,-2 3-1,-3-1 1,-4-2-1,-2-2 1,-2-2-838,0 1 792,-6 0 1,-2-6 0,-9-3 0,-3-2-1,-4-4 1,1-3 0,1-7-913,1-7 455,0-10 0,-2-4 572,2-8 0,3-25 0,6-11 0</inkml:trace>
  <inkml:trace contextRef="#ctx0" brushRef="#br0">23347 4688 8748,'-6'-7'2857,"5"0"247,-3 3-2849,3 3 0,2-9 1,3 5-1,4-1 1,3 1-1,2 2 1,-1 1-1,1 2 1,-1 0-499,0 0 71,-5 0 1,3 2 0,-6 2 0,-1 4 0,-2 5 0,-1 2 0,0 1-404,0 0 703,0 3 1,0-5-1,-1 2 1,-2-2-1,-1-2 1,1 1 0,2-1 1220,1 1-1313,5-7 0,4 0 0,8-6 0,8 0 0,8 0 0,9-1-36,7-4 0,-4-16 0,4-9 0,6-3 0,0-1 0</inkml:trace>
  <inkml:trace contextRef="#ctx0" brushRef="#br0">26932 4986 8032,'-19'0'205,"2"1"0,8 3 1,2 5-1,0 2 0,1 2 1,1 5 266,2 7 1,-3 1 0,2 7-1,2 3-76,0 4-245,2 4 0,2 6 0,2 1 1,4 1-1,4 3 0,5 2 0,2 1 921,1-2-1201,3-6 0,-4-9 0,6-8 0,1-5 0,3-6 0,4-6 0,5-3 129,3-5 0,17-13 0,11-7 0,-18 3 0,0 0 0,0 0 0</inkml:trace>
  <inkml:trace contextRef="#ctx0" brushRef="#br0">29500 4849 8073,'-7'-5'108,"3"3"0,8-2 642,4 3 1,3 2 0,2 5-134,-1 6 1,1 6 0,-1 8 0,0 3 0,1 6-1,-1 6 1,-1 9 0,-1 8 0,-3 6 6,-4-29 1,-1 1-616,1 0 1,-2 1 0,-1 0 0,-1 1-1,-1 0 1,0 0 0,-2-1 0,0-1 0,-7 29-1,-3-10 1,-3-7-1876,-3-2 1325,-4-6 1,-2-3 0,-2-8 0,-2-3 540,-2-1 0,-3-9 0,-7-2 0,-4 2 0,0 0 0</inkml:trace>
  <inkml:trace contextRef="#ctx0" brushRef="#br0">22255 6028 7981,'-8'8'182,"0"-1"1,-1 0 0,1-2 0,1 2-1,2 0 358,2 3 1,2 2-1,1 3 1,0 3-472,0 1-102,5 2 0,-2 4 0,4 0 1,0-1-1,0 0 0,2-4 1,2-3-1126,2-3 1088,-1-7 1,2-2 0,1-5-1,3 0 1,0-1 0,1-5 0,0-6-243,3-7 370,-4-5 1,4 1-1,-5 2 1,-2 5 0,-1 2-1,-2 3 1,1 2 504,-1 5-479,1 3 0,-5 6 1,-1 4-1,0 3 0,-2 3 1,2 2-1,-1-2 915,-1-1-957,5-2 0,-3-5 0,5-3 0,2-2 0,1-4 0,1-3 0,0-8-261,-3-6-325,5-4 0,-5-6 1,1 1 543,-5 5 0,-23-2 0,-1 6 0</inkml:trace>
  <inkml:trace contextRef="#ctx0" brushRef="#br0">22838 6300 7919,'0'7'879,"0"-1"0,0-5-879,0 3 0,11 3 0,3 6 0</inkml:trace>
  <inkml:trace contextRef="#ctx0" brushRef="#br0">23099 6052 7981,'0'13'5,"-4"-5"0,-2 0 540,-1 2-533,5 1 1,-4 5 0,6 2-1,0 2 1,0 3 0,0 5 0,0 5-771,0 3 601,0 1 0,0-1 0,0-2 1,0-2-1,0-2 157,0-2 0,6-35 0,0-10 0</inkml:trace>
  <inkml:trace contextRef="#ctx0" brushRef="#br0">23173 5916 7981,'-1'-12'1030,"-3"-1"0,2 5-177,-2 0 0,8 5 1,5-1-1,2 2-115,1 2-674,6 0 0,-4 2 1,2 0-1,-2 4 0,-2-1 1,1 2-1,-1-1-561,1-1 250,-6 5 0,-2-2 1,-5 7-1,0 3 0,-1 2 1,-3 2-1,-5 1-2430,-2 2 2090,-7 0 0,5-5 0,-4 0 587,3-2 0,2-2 0,-1-3 0</inkml:trace>
  <inkml:trace contextRef="#ctx0" brushRef="#br0">23632 5904 7943,'0'-13'382,"0"5"1,0 0 506,0-2 239,0-1 1,0 7 90,0 8-1267,0 3 0,0 20 0,0 0 0,-1 3 0,-2 6 0,-1 2 48,1 4 0,2 21 0,1 2 0</inkml:trace>
  <inkml:trace contextRef="#ctx0" brushRef="#br0">23967 5854 7956,'-12'8'440,"-1"0"0,1-3 0,0 3 0,-2 1 1697,-3 3-2038,3 0 0,-3 0 0,4 2 1,2 3-1,1 5 0,2 5 0,-1 5-806,-2 0 424,4 3 1,-4-3 0,4 5 0,0-1 0,1-3 282,1-4 0,20-8 0,0-3 0</inkml:trace>
  <inkml:trace contextRef="#ctx0" brushRef="#br0">24004 6114 8308,'-12'0'1374,"0"0"1,-1 0-798,1 0 1,-1 6 0,1 2-1,1 3-319,3 2-271,-3 4 1,8-1 0,-4 4 0,1 2 0,4 2 0,0-1-1,2-2-1240,0-5 1068,0-2 1,2-3 0,2-3-1,4-3 1,2-5 0,-1-5-439,0-3 949,-1-3 1,9-7 0,-1-1-1,-1 0 1,-1 2 0,-2 3-1,2 3 1814,3 3-2004,-3 3 1,3 5-1,-3 0 1,1 1 0,2 3-1,-1 6 1,1 4-694,0 2 150,-1 6 1,-2-7 0,1 5 0,2-3 406,-2-1 0,-18-19 0,-5-5 0</inkml:trace>
  <inkml:trace contextRef="#ctx0" brushRef="#br0">27714 4887 7989,'-11'-2'508,"1"-1"1,2 1 0,-1 3 2144,2 6-2616,2 4 1,5 5 0,0 2 0,0 2 0,0 2 0,0 1 0,0 2 29,0 0 0,0 4-119,0 0 0,-1 0 1,-2-5-1,-1 0 1,1-4-1,2-3-2732,1-3 2784,0 4 0,33-76 0,-13 22 0,1 0 0</inkml:trace>
  <inkml:trace contextRef="#ctx0" brushRef="#br0">27999 4949 7989,'-18'6'497,"4"4"0,-2-4 0,2 2 302,1 6-618,1-2 1,0 11-1,-1-2 1,1 4-1,-2 4 1,-1 5-1,-3 5 211,-1 2-458,-2 6 1,-4-7 0,0 4-1,2-1 1,2-5 0,5-3-1,3-8-1816,5-4 1301,3 0 581,5-15 0,11-24 0,2-19 0</inkml:trace>
  <inkml:trace contextRef="#ctx0" brushRef="#br0">28049 5271 7970,'-13'4'85,"1"0"0,-1 0 264,1 2 1,4 1-1,-1 5 1,0 1 1886,-2-1-2158,4 6 1,-3-3 0,6 6-1,0 1 1,0 0 0,0-1-1,1-5-1195,1-2 902,8-2 0,-3-5 0,5-3 1,2-4-1,1-4 0,1-6-845,1-5 1011,-1 2 0,0-10 1,1 6-1,-1-1 1,-1-2-1,-1 2 0,-2 1 885,2 1-604,1 8 1,1-2-1,1 8 1,-2 3-1,-3 7 1062,-4 8-1250,-3 3 1,-1 7 0,0 3 0,0 3-1,0 1 1,-1-2 0,-2 0-796,-1-4 1,0-2 750,4-4 0,-17-25 0,-3-12 0</inkml:trace>
  <inkml:trace contextRef="#ctx0" brushRef="#br0">27552 5085 7948,'-12'4'69,"0"0"1,-1 2 0,1-4 0,-1 4 472,1 1-208,5 7 1,1 1 0,6 6 0,0 2 0,0 3 0,0 4 0,2 2 592,2 3-976,3-5 0,5 6 1,1-3-1,0 1 1,3 1-1,2-4 1,-1 0-799,1-4 750,4-1 97,-2-1 0,10-11 0,2-3 0</inkml:trace>
  <inkml:trace contextRef="#ctx0" brushRef="#br0">28396 4998 9646,'5'13'1729,"4"-1"1,2 0-1255,1 1 1,1 6 0,-1 4 0,0 6-265,1 3-159,-6 7 0,-2 1 0,-6 7 0,-3 2 0,-6 3 0,-5 1 0,-6-4-131,-2-3-431,-2 2 1,-1-11 0,0 1 0,1-9-1,5-9 510,5-7 0,14-56 0,2-19 0</inkml:trace>
  <inkml:trace contextRef="#ctx0" brushRef="#br0">28656 4812 7948,'-11'-5'1202,"3"-4"1,3-2-440,5-1 0,4 6 0,1 6-217,2 7-780,-4 4 0,2 9 0,-5 3 0,-1 6 0,-2 1 1,-2 2-1,-1-2-378,1 1 866,-5 3 0,9-12 0,-3 2 0,2-5 0,4-5 0,2-5 0,4-5 1112,3-2-1401,7-13 1,7 2 0,6-8 0,3 0 34,-1 0 0,33-5 0,-27 13 0,0-1 0</inkml:trace>
  <inkml:trace contextRef="#ctx0" brushRef="#br0">27503 6238 7930,'-13'0'1448,"1"-4"-635,-1 0 0,2 5 0,3 8-609,4 2 1,3 7 0,1 2 0,0 5-1,1 3 1,3 1 0,4-2 0,3-1 0,2-2-290,-1-3 43,6-4 0,-4-8 1,4-2-1,-2-3 0,1-6 1,0-5-1,-1-5-746,1-4 736,-1-4 1,-8-5 0,1 1 0,-1 0 0,-1 2-1,-3 3 1,-3 1-22,-1 3 216,0 7 0,0 3 0,0 10 0,-1 3 0,-2 4 527,-1 5-543,0-4 0,4 5 1,1-5-1,3-2 1,5-3-1,2-4-345,1-2 39,1-8 1,3-1-1,2-7 1,0-1-1,0-3 1,-3 0-1,-1-1-2772,-2 0 2951,1 4 0,-17 8 0,-5 8 0</inkml:trace>
  <inkml:trace contextRef="#ctx0" brushRef="#br0">27987 6400 7917,'-13'12'287,"2"0"446,3 1 0,2-5 0,8 0-335,2 2 0,7-4-1,5-2 1,0-3-828,-3-1 0,4-1 430,-1-3 0,12-20 0,-2-9 0</inkml:trace>
  <inkml:trace contextRef="#ctx0" brushRef="#br0">28309 6164 8027,'-12'0'255,"1"1"1,1 2 0,3 3 1254,2 1-1368,0 1 1,1 6-1,0 2 1,1 5-1,2 4 1,1 4-1,0 5 143,0 6-519,-5-2 1,3 11 0,-2-4-1,3 5 1,1 1 0,0-2 0,0-6-1112,0-7 58,0-6 1287,5-10 0,2-47 0,5-15 0</inkml:trace>
  <inkml:trace contextRef="#ctx0" brushRef="#br0">28321 6201 7917,'-4'-12'366,"0"-1"0,0 5 0,4 0 1,1 0 1236,4 1-1165,-4-4 0,14 8 0,-1-4 1,4 1-1,2 4 0,1 0 1,-2 4 533,-1 2-921,4 3 0,-8 5 1,1 2-1,-4 2 1,-4 4-1,-1 0 1,-3 1 288,-2 1-370,-7 2 1,-5-4-1,-7 1 1,-1 0-1,-3-2 1,-1-3-1,-2-3-1415,0-5 1219,6 3 226,-5-10 0,5-28 0,-6-14 0</inkml:trace>
  <inkml:trace contextRef="#ctx0" brushRef="#br0">28842 6077 7834,'-12'0'259,"0"0"1,-1 2 0,1 2 0,1 4 0,1 3 460,2 1 0,5 5 0,-1 1 1,3 1 562,1 3-1214,0 2 0,0-4 0,0 0 0,0-3 0,0-1 1,1-3 465,3 0-602,-2-6 0,9-2 0,-5-6 0,3-5 0,-1-5 0,2-5 0,1-4-1503,1-2 1464,6-1 0,-4-2 0,2 0 1,-1 2-1,1 1 0,0 1 1,-1 1 758,-1 0-391,4 2 1,-4 10 0,2 1 0,-2 2 0,-3 3-1,-1 6 1,-3 7 1838,-2 5-2025,-1 6 1,-4-3 0,0 6 0,0 0-1,-1-1 1,-2 0 0,-1-4-574,1-3-2839,-4 2 3336,6-5 0,7-29 0,7-14 0</inkml:trace>
  <inkml:trace contextRef="#ctx0" brushRef="#br0">29140 6176 7862,'-12'0'596,"-1"0"427,7 0 1,1-1-1,10-2 1,3-2-1125,3-2 1,3 4 0,1-2 0,1 0-994,-1 1 1094,5 0 0,16-1 0,9-2 0</inkml:trace>
  <inkml:trace contextRef="#ctx0" brushRef="#br0">29401 6040 7862,'-13'0'0,"1"0"0,1 1 379,3 3 1,-3-2 0,4 3 0,-2 1 485,1 2 1,4 0-1,-3 3 1,0 3-906,0 0 0,5 5 0,-4 2 0,1 2-129,-4 2 0,2 4 0,-1 0 0,0-1-236,1-2 0,-3-6 405,6 1 0,0-11 0,4 1 0</inkml:trace>
  <inkml:trace contextRef="#ctx0" brushRef="#br0">29686 6102 8181,'-8'4'0,"0"0"910,-2-1 0,3 2 1,-1 1 1594,-2 1-2272,-1 1 0,-1 5 0,-1-1 0,1 2 1,-2 2-1,-3 5 0,-3 4 199,-4 4 1,-7 4-454,-7 8 0,-4 9 0,18-22 0,-1 2 1,2 0-1,1 0 0,1 1 0,1 0 1,1 0-1,0-1-460,-14 28 0,9-5-306,7-7 1,10-16 49</inkml:trace>
  <inkml:trace contextRef="#ctx0" brushRef="#br0">29624 6462 7862,'-21'7'426,"1"-3"0,9 1 0,-2 1 0,4 1 1218,2 2-1481,-4 2 0,9 3 0,-2 3 0,3 3 0,-1 4 1,0 2-1,-2 1-515,1 2 241,1 0 1,-2-5 0,0-4-1,1-3 1,2-3 51,1-2 80,0-11 1,5-3 0,4-15 0,3-4-1,3-2 1,2-3 0,-2-2 742,-1-1-674,4 0 1,-4 6-1,2 1 1,-2 3 0,-2 2-1,1 5 1,-1 3 414,0 4-309,-5 1 1,3 11 0,-6 5 0,0 9 0,0 6 0,1 6 0,-3 2 87,0-2-652,-2 3 1,0-9 367,0 6 0,-17-11 0,-4 2 0</inkml:trace>
  <inkml:trace contextRef="#ctx0" brushRef="#br0">22987 7541 6631,'7'-6'2365,"-1"3"-263,-6-5-1439,0 5 1,0-1 0,0 8-1,0 6 839,0 5-1530,0 4 1,0 6 0,1 1 0,2 3-1,1 4 1,-1 3 0,-2 1-351,-1 1 131,0-7 1,4 4 0,0-8 0,-1-2 0,0-6 0,0-3-816,1-5 1008,5-7 1,-7-1-1,3-10 1,-1-7 0,2-5-1,-1-6 1,1-3-169,-3 1 222,-2 0 0,3 4 0,0 1 0,-1 3 0,-2-1 0,-1 3 0,0-1 514,0 2-378,6 3 1,-5 4 0,3 1 0,-1 0-1,1 1 1,3 1-100,0 1 1,4 4 0,-3-5-349,3 1 0,2 3-62,-1-2 745,1 3 0,-6 2-50,-3 3 1,-4 3-1,-3 5-133,-1 1 1,0-5 0,2 0 0,0 2-47,-3 1 0,1 1 0,4 1-376,0-1 0,0 1 0,0-1 9,0 0 0,4 1 0,1-1 0,-1 1-39,1-1 1,-3-4 0,3 1 0,-1 0-69,0 2 1,2 2 0,-3-1-1,2-1-1568,2-3 1899,-4 3 0,8-53 0,-4-8 0</inkml:trace>
  <inkml:trace contextRef="#ctx0" brushRef="#br0">23397 7404 9091,'-7'-1'3792,"3"-3"-3650,2 2 1,8-7-1,2 5-1246,3 1 907,-4 1 1,-2 4 0,-3 1-1,0 2 1,3 2 0,-3 3-1,-2 1-613,-4 1 0,1 2 968,-5 2 1,0-2-1,-4 3 1,-1-4-1,2 0 1,1-2 2142,2-3-2097,5 3 1,-1-9 0,10 2-1,5-3 1,5-1-126,4 0-261,0 0 0,4 0 1,-2 1-1,-3 4 1,-1 3-1,-3 3 1,-2 3-1542,-5 2 1742,-3 3 1,-7 6 0,-5 0 0,-7 0-1,-4 0 1,-4-1 0,-1 0-147,-2-3 43,0 2 1,2-9 0,2 1 83,4-5 0,-8-32 0,-1-13 0</inkml:trace>
  <inkml:trace contextRef="#ctx0" brushRef="#br0">22553 7404 7970,'-7'-1'941,"6"-3"153,8-5-855,1 4 0,15-6 0,-1 4 0,6-1 1,5-1-1,4 1 0,6 0 231,7 0 1,6 4 0,12-3-344,-32 4 1,2 0 0,2 0-1,0 1 1,3 0 0,1 1-1,-1-1 1,-1 0 0,0 0-1,-1 1-151,-2 0 1,1 1 0,-2-2-1,1-1 1,-1 1 0,1 0-315,0 1 0,1 0 0,-2 0 0,-1 0 0,28 0 1,-11-2-1,-11-1-2510,-9 1 2848,-4 2 0,-10 6 0,-2 2 0</inkml:trace>
  <inkml:trace contextRef="#ctx0" brushRef="#br0">22714 6796 8009,'-12'7'0,"-2"-1"142,-2-1 0,6-3 1,-3 3-1,2-1 172,0 1 0,-1 3 0,0-3 0,1 2 0,1 3 0,3 1 0,0 3 0,2 2-180,-1 5 0,2-2 1,4 2-1,0 2 276,0 5-348,0-2 1,0 10-1,1-4 1,2-1 0,4-2-1,3-4 1,3-3-135,1-1-886,6-12 0,-5 7 958,5-12 0,12-22 0,7-10 0</inkml:trace>
  <inkml:trace contextRef="#ctx0" brushRef="#br0">22863 6821 8346,'-12'0'1787,"-1"2"-1353,1 2 0,1 3 1,3 5-1,3 0-358,4 1 0,1 3 0,0 2 0,0 2-432,0 2 1,0 5-1,0 2 1,0-1-728,0-2 794,0-7 0,1 2 0,2-7 0,3-5 1,1-2-1,2-7-823,2-7 1046,-4-1 1,4-17 0,-3 2-1,4-5 1,0 1 0,0 1-1,1 1 374,-1 0-9,1 0 0,-1 6 0,-1 2 0,-1 3 1,-2 3 315,2 3 0,-5 5 0,-1 10 1,-2 6-519,-2 1 0,0 5 1,0 0-1,0 0-332,0-2 1,1 1 234,3-2 0,8-10 0,8-7 0</inkml:trace>
  <inkml:trace contextRef="#ctx0" brushRef="#br0">23173 6945 7946,'-7'6'557,"2"-5"0,6 3 0,3-6 0,6-4-503,5-1 1,0 3 0,5-4 0,-2 0-55,-3 1 0,37-26 0,9-2 0</inkml:trace>
  <inkml:trace contextRef="#ctx0" brushRef="#br0">23421 6772 8260,'-12'11'205,"0"-3"1,3 3-1,1-3 255,-2 3 0,3 2 0,1-1 0,0 0 1051,3 1-1852,2-1 1,1 1 0,0-1 0,1-1 340,3-3 0,9 9 0,6-3 0</inkml:trace>
  <inkml:trace contextRef="#ctx0" brushRef="#br0">23620 6747 8768,'-13'0'1212,"1"0"0,0 0-386,-1 0 1,6 1 0,3 3-482,3 5-584,1 7 1,1-1 0,2 6 0,2 1 0,1 3 0,-1 2 0,-2 2-2481,-1-1 2414,3 4 1,-3-10-1,2 2 305,-3 0 0,-18-23 0,-3-3 0</inkml:trace>
  <inkml:trace contextRef="#ctx0" brushRef="#br0">23756 6685 7946,'-12'0'686,"4"0"2853,-1 0-3063,7 0 1,-3 0 0,10 1 0,3 3-402,3 5-210,-4 2 1,4 5 0,-4 2 0,1 3 0,-1 4 0,-2 4-1,-2 2-1063,-1 4 981,-2 1 0,0-3 1,-2 0-1,-2 0 0,-4 0 1,-3-2-1,-2-2-1174,1-5 845,5-5 0,-4-8 546,3-3 0,2-68 0,3 18 0,1 1 0</inkml:trace>
  <inkml:trace contextRef="#ctx0" brushRef="#br0">23707 6610 7733,'-13'0'-275,"5"0"1,0 0 1048,-2 0 1,3-4-463,-1 0 0,5-5 0,-1 0 0,3-2 0,1-1 0,1 1 1447,3 3-615,-2-3 1,3 8 869,-5-6-1450,0 7 1,0-2-8,0 8-494,0-3 1,0 6 0,1-4 0,4 1 0,3-1-247,3-2 140,1-1 0,1 4 0,-1 0 0,0-1 0,0 0 1,-3 0-43,-1 1-17,-5 0 1,8 1 0,-4 4 0,0 2 0,-1 1-1030,-1 0 950,-4 1 1,6-5 0,-4 0 0,1 2 0,-1 1-103,-2 1 0,-1-3 27,0-1 1,-1-5-626,-3 1 1,1-3 880,-5-1 0,0-11 0,-5-3 0</inkml:trace>
  <inkml:trace contextRef="#ctx0" brushRef="#br0">23521 6635 7960,'0'-8'-1934,"0"0"1934,0 5 0,11 3 0,2 7 0</inkml:trace>
  <inkml:trace contextRef="#ctx0" brushRef="#br0">23558 6635 7960,'-13'0'278,"2"-1"1,2-2 0,2-2 603,1-2 1,8 4-414,6-1-408,3 2 0,1 4 0,-1 2 0,-1 4 1,-3 3-1,0 2-158,0-1 79,-4 6 1,2 3 0,-5 6 0,1 2 0,2 0 0,1 1 0,-1 3 45,-2 3 28,-1 2 0,0-3 1,0 0-1,0-2 1,0 0-1,0 0 1,0-1 277,0-2-424,0-7 1,2-5 0,1-5 0,2-2-178,2-3 247,1-8 0,-1-11 1,-3-6-1,-2 1 1,-2-1-1,0 0 1,0-1-202,0 0 144,0-4 0,0 4 1,0-3-1,0 5 1,0 2-1,0 1 1,0 1-800,0 0 0,1-1 876,3 1 0,-2-17 0,3-4 0</inkml:trace>
  <inkml:trace contextRef="#ctx0" brushRef="#br0">23930 6486 7982,'-12'0'937,"-1"0"904,1 0 0,6 0-524,6 0-1187,6 0 0,6 0 1,1 0-1,-1 0 1,-1 2-1,-1 1 107,-2 1-433,0 5 1,-1-2 0,-1 7-1,-2 3 1,0 2 0,-1 2-1,-2-1-927,-1 2 1249,-6 2 0,4-4 1,-7 0-1,1-1 1,0-1-1,0 0 1206,-2-3-908,4-7 1,2-2 0,8-6-1,6 0 1,5 0 0,6-2-386,2-2-82,8-3 43,6 0 0,0-10 0,3-4 0,6 0 0,-1 0 0</inkml:trace>
  <inkml:trace contextRef="#ctx0" brushRef="#br0">24439 7317 7934,'-7'-5'548,"3"-3"0,4-2 0,4 2 403,4 4 0,4-2 0,5 1 0,4-1-297,2 1-669,2-5 0,4 8 0,0-2 0,0 2 0,1-1 0,2-1 0,-1 1-610,-2 2 509,-2-5 0,-3 5 116,1-3 0,-17-9 0,-3-1 0</inkml:trace>
  <inkml:trace contextRef="#ctx0" brushRef="#br0">24811 6858 8011,'-13'21'133,"0"0"0,-1 1 1308,1 1-1056,-2 2 0,8 7 0,-4 5 1,2 10-1,2 7 0,0 5 1,1-1 1013,1-2-1706,1-2 1,4-4 0,0-4 0,1-3 0,5-8 306,6-8 0,17-5 0,10-9 0</inkml:trace>
  <inkml:trace contextRef="#ctx0" brushRef="#br0">25902 7441 7970,'-8'13'192,"0"-1"0,0 2 0,-1 1 0,2 3 1,1 3-1,-1 5 400,-3 6 0,3 1 0,0 3 1,0 2-415,0 1-121,5-1 0,-4-7 0,6-5 0,0-6 5,0-2-114,6-7 0,-4-6 0,5-11 0,0-5 0,0-6 0,3-2 0,-1-4-369,0-5 342,2 2 0,-4-6 0,5 3 0,-1-2 0,-1-1 0,-2 3 1,0 3-204,-1 1 207,4 0 1,-5 6 0,3 2 0,0 5 0,-1 5-417,-1 7 652,-2 6 1,-3 13-1,0 4 1,3 6-1,-3 2 1,0-1-1,-1-1 1202,3 1-1193,-2-9 1,3 8-1,-4-9 1,2 2 0,1-1-1,-1-4 1,0-5-2429,1-4 2258,-3 3 0,9-36 0,2-20 0,-1 3 0,-1 0 0</inkml:trace>
  <inkml:trace contextRef="#ctx0" brushRef="#br0">26299 7342 7970,'0'-12'559,"0"-1"1,0 1 24,0 0 1,2 5 0,2 3 0,4 2-422,3 2 1,2 0 0,-1 0-421,0 0 1,1 6-1,-2 2 1,-2 3-254,0 1 0,-6-2 0,1 1 290,-3 3 0,-2 1 0,-3-3 0,-5 1 310,-2-1 1,-1 1-1,-2-1 1,-1-1 1274,-2-3 0,1 3-702,3-2 0,6-3 0,5 1-612,4-1 0,5-2 1,7-4-1,1 0-433,2 0 0,-1 4 0,-3 0 1,-1 0 144,1 2 1,-5-3-1,-1 5 1,-2 2 25,-2 1 0,-3-3 0,-4 0 0,-4 2 45,-3 1 1,-3 3-1,-3-1 1,-2 3 165,0-1 0,-32-4 0,-3 7 0</inkml:trace>
  <inkml:trace contextRef="#ctx0" brushRef="#br0">25729 7355 8133,'-7'-13'793,"1"5"1,6 0-196,0-2 1,3 4 0,4 1-363,5-1 1,9 4 0,0-5 0,4 1 0,2 4 0,5-1 0,2 0 0,6-1 0,6 0 994,9-2-1310,7 5 0,-25-2 0,2-1 0,0 2 0,0 0 1,2-1-1,0-1 0,0 0 0,0 0 0,-1 0 1,-1-1-1,-3 1 0,0 0-1999,24-3 2078,-6-4 0,-10 4 0,-1-5 0</inkml:trace>
  <inkml:trace contextRef="#ctx0" brushRef="#br0">25692 6747 7966,'-6'-8'459,"-1"-1"1,0 0 1760,3-2-2089,3 4 1,1 3 0,0 8-1,0 4 1,0 3 0,0 3-1,0 2 263,0 5-356,0 2 1,0 1-1,0-2 1,0-3 0,-2 1-1,0-3 1,-3 1-262,3-2 123,0-8 0,4 1 0,2-6 0,4-4 0,3-7 0,2-8-865,-1-4 798,6-9 1,0 3-1,4-5 1,-3 2-1,0 2 1,-1 2 0,0 3-536,-3 0 904,-1 9 1,-3 0 0,-3 14-1,-3 9 1,-4 8 1226,-1 5-1377,0 2 0,0 1 0,0 2 1,0-1-1,0-2 0,0-4 1,0-3-2030,0-3 1559,6-1 418,-5-8 0,21-22 0,-1-12 0</inkml:trace>
  <inkml:trace contextRef="#ctx0" brushRef="#br0">25977 6858 7966,'-8'2'599,"-1"2"1,5-3 291,-4 4 0,11-4 1,1-2-691,5-4 1,5 0 0,1-5 0,3 3-417,2 2 1,-4-3 0,3 3 214,-1 3 0,17-6 0,8-2 0,1-1 0,0 1 0</inkml:trace>
  <inkml:trace contextRef="#ctx0" brushRef="#br0">26448 6598 7966,'-12'0'716,"-1"0"1,1 0-1,1 1 1,1 2 40,2 1 0,4 10 0,-3 0 0,2 4-288,2 4 0,-3 8 1,2 6-1,1 5-514,2 3 0,-3 1 0,0 1 0,1-2-1294,2-1 1339,1-1 0,-11 0 0,-3 2 0</inkml:trace>
  <inkml:trace contextRef="#ctx0" brushRef="#br0">27143 7330 7982,'0'-13'335,"0"1"0,0 0 1,1-1 281,3 1 1,3-1-1,6 2-457,-1 3 0,1 3 0,-1 5 0,2 0 0,2 0 0,4 0 0,0 0 0,1 1 0,1 3-314,1 4-110,2-2 0,-1 5 1,-2-4-1,-3 1 1,-1 0 263,-3 2 0,-18 12 0,-5 4 0</inkml:trace>
  <inkml:trace contextRef="#ctx0" brushRef="#br0">27081 7627 8406,'1'-11'764,"3"3"1,9-1 0,9 3 0,5 0 775,7 1-1626,1-5 0,8 8 1,3-5-1,0 1 86,0 3 0,13 13 0,-1 4 0</inkml:trace>
  <inkml:trace contextRef="#ctx0" brushRef="#br1">28718 7826 7485,'-12'0'793,"0"0"1284,5-6-1224,1 5 1,12-5-723,2 6 1,3 6 0,0 2 0,-1 5 0,-3 2 0,-1 3 0,0 1 0,0 4 0,-4 4 86,0 2-331,-2 5 0,0-2 0,0 4 0,-2-2 0,0-2 0,-4-3 0,0-6-1150,1-5 1105,1-4 1,4-9-1,0-7 1,0-12-1,1-12 1,3-8-426,5-4 544,7-2 0,-2 3 0,4 0 0,-2 1 0,1 3 0,-1 4 0,1 2-286,0 3 293,-1 10 1,-3-1 0,-1 12 0,-1 4-1,-3 6 1,-4 6 1512,-2 3-1231,-2 3 1,4 6 0,1 0 0,1-1 0,1-2 0,0-3 0,2 0 36,2 0 1,0-2 0,-1 2-1,-2-1-605,2-3 0,-3 3 1,0 0-1,0 0-26,0 0 1,-5 3 0,4-5-1,-2-1-1199,0-1 1543,6-7 0,2-29 0,7-12 0</inkml:trace>
  <inkml:trace contextRef="#ctx0" brushRef="#br1">29339 7764 7985,'0'-13'-33,"0"1"1,0 0-1,1 1 1,3 2 575,3-2 1,7 6-1,1-3 1,2 3-1,-2 4 1,-1 1 467,-2 0-1039,-5 0 0,2 6 0,-3 3 1,0 5-1,-1 4 0,-4 1 1,-3 3-816,-7 2 808,-7 0 1,2 0 0,-2-3-1,2-4 1,1 0 0,1 0-1,0-4 1125,-1-3-825,6 1 1,3-10-1,10 4 1,6-4 0,9-2-1,6-4-159,6-3-524,9-3 0,-4-1 1,2-1 417,-5 1 0,-5-12 0,-5-2 0</inkml:trace>
  <inkml:trace contextRef="#ctx0" brushRef="#br1">28446 7615 7924,'-21'0'0,"2"0"240,1 0 0,8 0 570,10 0 1,11 0-1,10 0-561,2 0 1,7 0 0,4 0-1,1 0 1,3 0 0,0 0-1,4 0 1,4-1 0,8-2 1106,8-1-1335,6 0 0,-29 2 1,2 0-1,-1-1 1,1 1-1,0 1 1,-1 0-1,0 0 1,0 0-1,0 2 1,0 0-1,1 0 1,0 2-493,-1 0 1,1 2 171,2 0 1,-1 1 0,22 6 0,-6 2 0,-16 1 0,-10 1 0,-7-4 298,-2-2 0,-16-2 0,-3 4 0</inkml:trace>
  <inkml:trace contextRef="#ctx0" brushRef="#br1">28656 7032 8170,'-5'-7'916,"2"2"-784,-5 5 1,5 1 0,-1 3 0,3 5 0,1 2 0,0 1-1,0 0 1,1 1-107,3-1 1,-3 5-1,4 1 1,-4 1-256,-1 3 222,0 1 0,0-2 1,0-2-1,0-1 0,0-3-10,0-1 29,0-7 1,4-8-1,2-12 1,2-7-1,4-8 1,5-6 0,2-5-620,3-2 639,-4 5 0,6 1 0,-4 6 0,4 3 0,-1 6 0,-2 7 0,-5 8 500,-2 3-367,-7 13 1,-1 4 0,-6 16 0,0 5 0,-2 5 0,-2 2-1,-4-1 610,-3-2-794,4-7 0,0 2 0,4-8 0,-1-3 0,1-6 0,3-6 0,4-4-2244,5-3 1825,2-4 438,7-1 0,28-39 0,-16 15 0,0 0 0</inkml:trace>
  <inkml:trace contextRef="#ctx0" brushRef="#br1">29128 7206 8031,'0'-9'1249,"0"1"-758,0-1 0,5 3 1,5 1-1,4 0-442,2 1 1,6 0 0,0 4 0,5 0-626,2 0 0,4 4 0,-3 2 576,2 1 0,17 6 0,9 7 0</inkml:trace>
  <inkml:trace contextRef="#ctx0" brushRef="#br1">29698 6921 8031,'-16'8'0,"-1"-1"0,2 0 2214,1-1-1723,2-3 0,0 8 0,1-3 1,1 5-1,3 3 0,2 6 1,2 7 1307,1 9-1902,2-1 1,2 7 0,2-4 0,6 3 102,5 1 0,15 7 0,9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8386 9624 8236,'-12'0'-173,"-1"0"182,1 0 1,5-1-24,3-3 1,8 1 0,4-4 0,2 0-1,-1 2 1,0-1 207,0 3 1,-2-2-30,2 1-106,-7 0 0,9 4 0,-4-2 0,2-1 0,-1-1 342,1 2-298,2 0 1,2-2 0,1 0-1,2 1 1,5 2 0,4 1 0,4 0 396,4 0-499,3 0 1,6 4-1,4 1 1,2 2-1,2 3 1,-2 0 0,-1-1 291,-2 0-226,1-1 0,5 0 0,4-1 0,7-2 0,7-2 0,-32-2 1,0-2-1,2 0 0,-1-2 478,1-1 0,1 0-431,2-1 0,0-1 0,3-3 0,1 0 0,3-1 1,1 1-1,0-2 0,0 1 0,-2 0 0,0 1 0,-2-1 1,-1 2-1,0 0 0,1 1-323,2 0 1,-1 0 200,-2 0 0,0 1 1,5 2-1,0 0 1,-5 1-1,-2-1 0,0 1 1,0 1-1,1 0 1,0 1-1,2 0 0,1 1 1,2-1-1,1 2-8,0-1 0,0 0 0,-2 0 0,-1 0 0,0 0 1,-1 0-1,0 0 0,2 1-94,1 1 1,1 0 0,-2 1 0,0 1 0,0 2 0,-1 2 0,-4-1-1,-2 1 163,-2 0 0,0 0 1,-3 1-1,-1 0 1,2-1-1,-1 0 0,2 0 1,-1 0 98,-1 0 0,0-1 1,27 6-1,-9-4 1,-3-2 83,-2-1 1,-3 2 0,1-4 0,4-1-43,5-2 1,5-1 0,-1-1 0,-3-2-39,-7-1 0,-8 0 0,-7 4 0,-4 0 407,0 0 0,-4 0 0,-5 0 0,-2 1-744,-2 3 0,-6-1 1,-4 4-28,2-2 1,1 4 0,1-5-327,1-1 1,3-2 0,1-1 0,-2 0 533,-1 0 0,4-11 0,1-3 0</inkml:trace>
  <inkml:trace contextRef="#ctx0" brushRef="#br0">8820 9996 8056,'-7'-5'522,"-4"3"1,4-3-1,-1 1 2571,0 0-2536,5-1 0,-7 7 0,6 2-63,2 4 0,0 3-545,2 2 0,2 0 0,0 4 0,2 5 1,-1 6-1,-1 5-764,-2 3 0,0 6 251,0 4 0,0-2 1,0-1-1,0-4 1,0-4-1,0-5 564,0-6 0,5-66 0,2-21 0</inkml:trace>
  <inkml:trace contextRef="#ctx0" brushRef="#br0">8845 9947 8056,'-23'12'0,"2"0"717,4 1 1,9-1-1,4 1-11,3-1 1,2-5 0,3-3-1,6-3 352,5-1-1175,-1 0 1,9-5-1,-4-3 1,2-3 0,-2-2-1,1 1 1,-2-1-2387,0 1 1891,-2 5 1,-2-2 0,1 3 611,2-1 0,-23 43 0,-9 7 0</inkml:trace>
  <inkml:trace contextRef="#ctx0" brushRef="#br0">8882 10220 8074,'-12'0'1538,"-1"0"473,7 0-1864,0-6 0,13 1 0,4-5 0,4 3 0,0 0 0,0 2 1,1-1-1626,0 3 1254,1 2 0,-5 1 0,0 1 0,1 3 224,-1 5 0,-16 57 0,0-25 0,0-1 0</inkml:trace>
  <inkml:trace contextRef="#ctx0" brushRef="#br0">8907 10468 8074,'-25'16'8,"2"1"1,2-2 1184,5-1 1,7-2 976,5 0-1957,8-5 0,5-1 0,7-6 0,5 0 0,2-2 0,1-2 0,-2-3-628,-2 1-42,1-6 0,3 6 1,-2-7 456,-2 1 0,12-45 0,-13 24 0,1-1 0</inkml:trace>
  <inkml:trace contextRef="#ctx0" brushRef="#br0">9242 10108 8074,'-17'8'738,"1"-1"1198,1-1-1582,6-2 0,5-4 0,8 0 0,6-2 0,5-2 0,7-5 242,6-7-689,-2 3 1,6-5 0,-5 4-1,2-1 1,-1-2 0,-2 2-1,-2 1-1954,-4 2 932,-2 5 0,0-3 1115,3 6 0,-36 22 0,-9 10 0</inkml:trace>
  <inkml:trace contextRef="#ctx0" brushRef="#br0">9453 10009 8077,'-18'0'-152,"4"4"1,-2 1 0,0 2 878,0 3 1,2 2-1,-2 3 1,2 2-91,1-2 0,5 4 0,1 2 1,0 4-401,0 4 0,5-2 0,-2 6 0,2 2-165,2 1 1,0 1-1,2-1 1,0-3 30,2-4 1,2-4-1,-3-3 1,1-3 204,-1-1 1,-1-3 0,3-5 30,3-2 1,-1-5 0,1 1 0,2-4-171,1-4 0,5 1 1,1-5-1,-1-1-575,2 3 1,0-4-1,4 4 1,-1 1 405,1-1 0,34-14 0,11-1 0</inkml:trace>
  <inkml:trace contextRef="#ctx0" brushRef="#br0">9850 10096 8052,'-19'0'550,"2"0"1,3 0-1,2 0 1,-1-2 639,1-2 0,7-2 1,5-2-667,6 4 1,5 4-528,2 4 1,3 4 0,2 9 0,2 4 0,0 3 0,1 5-1034,0 5 876,-1 7 0,4-1 1,-2 4-1,-3-1 0,-1-3 1,-3-3-1,-1-6-1175,-2-6 99,1-5 1,-1-14 1235,1-1 0,-7-70 0,-3 24 0,0-1 0</inkml:trace>
  <inkml:trace contextRef="#ctx0" brushRef="#br0">10135 10108 8052,'-19'0'0,"2"0"627,4 0 1,0 1 0,1 3 0,-1 3 230,1 0 1,0 4 0,1-3 0,1 4 299,2 0-1109,-1 0 1,1 6-1,0 3 1,-2 2 0,0 4-1,-1 1 1,0 6-285,-2 1-96,-3 3 0,0-1 1,-2-1-1,0-2 0,-1-2 1,2-2-1,2-4-3119,4-4 3450,7-9 0,20-41 0,12-13 0</inkml:trace>
  <inkml:trace contextRef="#ctx0" brushRef="#br0">10197 9947 8052,'-5'-13'538,"3"5"0,-2 0 1483,3-2-1662,1 5 1,1-2 0,3 4 0,5-1 0,2 1 885,1 2-1129,0 1 0,1 0 0,-1 1 0,1 3 0,-1 4 1,-1 3 156,-3 2-394,-2-1 0,-2 1 0,0 0 0,-1 3 0,-3 2 0,-4-1 0,-3 3-664,0-1 938,-10-4 0,9 7 0,-8-5 0,2-2 0,1-1 0,2-2 998,3 1-811,3-7 1,7-1 0,7-10 0,9-4 0,8-5 0,7-4-2540,3-1 2199,6-2 0,-5-3 0,4-4 0,4-2 0,1 0 0</inkml:trace>
  <inkml:trace contextRef="#ctx0" brushRef="#br0">10594 10430 8194,'-12'0'687,"-1"0"1,5-4 175,0 0 1,5-1-325,-1 0 1,4 4 0,4-3-1,4 3 1,3 1-140,2 0 1,-1-2 0,1-1 0,0-2 69,4-2-672,-3 4 0,5-4 1,-4 5-1,2-4 1,-2 1-1,0-1 202,2 3 0,-4 2 0,5 1 0</inkml:trace>
  <inkml:trace contextRef="#ctx0" brushRef="#br0">11115 10058 8193,'-12'0'708,"4"0"0,1-1 240,1-3 1,2 1-527,4-5 0,6-1 0,2-2 1,3 3-1,1 4 0,1 3 1,-1 1 1016,0 0-1565,1 5 0,-6 2 0,-2 7 0,-1 2 0,1 5 0,-3 3 1,0 2-1154,-2 3 896,0 2 1,-6 8 0,-4 2-1,-3 3 1,-4 0 0,2-2 0,0-5-350,-2-4 1370,4-3 1,-1-10 1835,5-4-2372,12-13 1,0-9-1,12-10 1,3 1-1,1 1 1,3 2-1,2-1-1717,1 1 49,-1-1 0,7 5 1566,2 0 0,25-11 0,7-8 0</inkml:trace>
  <inkml:trace contextRef="#ctx0" brushRef="#br0">11549 10083 7920,'-12'-12'-241,"1"-1"3133,3 1-2602,2 5 1,6 3 0,2 8 0,2 4 0,4 5 0,3 3 0,1 5-1,1 2 510,-1 2-1034,1 0 0,-1 1 1,0 2-1,1 1 1,-1-2-1,1-1 1,-1-2-2139,0-4 877,1 4 1495,-1-10 0,1-30 0,-1-12 0</inkml:trace>
  <inkml:trace contextRef="#ctx0" brushRef="#br0">11760 10058 8027,'-9'-11'-89,"-4"2"0,-1 2 509,1 1 0,0 2 0,1 4 0,-1 1 426,1 4 0,-4 6 0,-1 7 1,3 1-602,5 3 1,-2 1 0,2 3 0,-2 2-346,-1 1 1,1 5-1,1-2 1,3 0-450,2-3 0,1 1 549,4-1 0,5-6 0,2-5 0</inkml:trace>
  <inkml:trace contextRef="#ctx0" brushRef="#br0">11959 10046 7978,'-20'5'585,"3"-3"0,4 2 1380,1-3-1519,-1-1 0,6 2 0,3 2 0,4 4 0,4 3 453,5 2-972,2 4 0,-3 4 1,0 8-1,2 5 0,0 5 1,-1 4-1,-2 0-1382,-1-1 797,-2 0 1,-3-5-1,2-1 1,1-3 657,-1-4 0,-7-31 0,-3-7 0</inkml:trace>
  <inkml:trace contextRef="#ctx0" brushRef="#br0">12095 9971 7978,'-19'0'178,"1"5"0,6-1 1,1 0 1783,2 1 0,-2-3 169,3 2-2169,3-3 0,5-1 0,8-1 0,3-2 1,1-2-1,1-1 0,0-1-1216,4 0-323,-3-1 1,5 1 1576,-2 3 0,2 25 0,6 6 0</inkml:trace>
  <inkml:trace contextRef="#ctx0" brushRef="#br0">12046 10182 7978,'-25'20'234,"4"-2"0,2-6 1438,1 0 1,10-5-461,12-3-1281,8-8 0,14-3 0,2-5 0,1 0 0,-2-1 0,0 2 0,-3 1-1187,1 2-1145,0 5 2401,-6-2 0,-12 38 0,-8 8 0</inkml:trace>
  <inkml:trace contextRef="#ctx0" brushRef="#br0">12095 10505 7978,'-19'12'134,"-3"1"0,5-1 0,2-1 1990,1-3-1609,8-2 1,1-6 0,11-2 0,5-2 0,5-5 470,4-7-1121,0 3 0,5-7 0,0 5 135,0-1 0,0-14 0,2-6 0,3-2 0,0 1 0</inkml:trace>
  <inkml:trace contextRef="#ctx0" brushRef="#br0">12343 10083 8111,'-12'0'0,"0"0"1958,-1 0-1145,1 6 0,6-9 1,8 1-1,9-3-560,8-5 1,4-2 0,4-3 0,0-2-253,2 2 1,4 1-1,-4 2 1,-1-1-442,-2 1 0,-3 1 1,-2 3-1,-5 4-2722,-2 2 2531,-1 2 0,-6 2 0,-3 2 631,-3 4 0,-34 25 0,-8 7 0</inkml:trace>
  <inkml:trace contextRef="#ctx0" brushRef="#br0">12492 10058 8015,'-16'20'42,"-1"-4"1,-4-2-1,5-2 1,1 1 379,1-1 1,6 1 0,1-1-1,1 2 123,4 2 1,0-1-1,2 6 1,0 1-434,0 2 0,6 0 0,1 1 0,1 0-205,0 0 0,-1-5 1,3 0-1,-2-2 32,2-3 0,-4-1 0,3-3 0,0-3-287,2-4 1,2-3 0,-1-2 0,1-3-1700,-1-4 2047,6-3 0,18-35 0,-13 19 0,-1 0 0</inkml:trace>
  <inkml:trace contextRef="#ctx0" brushRef="#br0">12691 10133 8029,'-13'7'446,"1"4"1,-1-4 0,1 1 954,0 0 1,5-4-978,3 4 1,8-1-1,4 3 1,3-2-555,1 2 1,2-3 0,1 1-1,3 2-319,2 1 0,-4 1 0,3 1 0,1-1-360,-1 0 0,-4 5 0,2-2 0,-3-3 809,-2-2 0,-5-18 0,-2 0 0</inkml:trace>
  <inkml:trace contextRef="#ctx0" brushRef="#br0">12914 10096 8029,'-1'-13'0,"-2"1"0,-3-1 723,-1 1 0,3-1 0,-4 2 84,-2 3 0,-1 3 0,-1 6 1,1 3-586,3 4 0,-3 3 0,2 3 0,-2 3-292,-1 3 1,0 5-1,-1 4 1,1 4-320,-1 3 0,1 1 0,0 1 0,-1-3-1346,1-2 1,3-2 1734,1-6 0,16-6 0,1-1 0</inkml:trace>
  <inkml:trace contextRef="#ctx0" brushRef="#br0">13013 9897 7168,'-7'0'4106,"2"0"-3926,5 0 0,1 0-61,3 0 53,3 0 1,2 0 484,-1 0-607,-5 0 0,6 1 1,-3 2-1,1 1 83,2-1-227,-3-2 1,1-1 0,-5 2-1,4 1 1,1 2 46,2 2 91,-3 1 1,1 5 0,-4 0 0,1 4-1,-1 4 1,-2 3 0,-1 5 379,0 4-396,0 3 1,0 6 0,-1 0 0,-2 2 0,-1 2 0,1-1 0,0-2 664,-1-4-516,3-5 0,-6-10 0,4-4 0,-3-3 1,0-3-1,-4-3 0,-1-3 220,-2-4 0,-3-3 1,-2-2-1,0-3-589,0-4 1,0-2-1,3 0 192,-1 2 0,-17-1 0,-6-1 0,-2-3 0,1 0 0</inkml:trace>
  <inkml:trace contextRef="#ctx0" brushRef="#br0">13472 10232 7620,'-12'0'-520,"4"0"0,-1 0 0,1-1 450,1-4-35,-4 4 1,10-10 104,-3 3 0,13-20 0,5-5 0</inkml:trace>
  <inkml:trace contextRef="#ctx0" brushRef="#br0">13410 10170 8044,'-12'0'356,"-1"0"440,1 0 0,4 0-418,-1 0 1,8 0-1,1 0 1,8 0 0,6 0-1,4-1 1,0-2 739,0-1-1183,4 0 0,-3 4 0,6-2 1,0-1-1,0-1 0,-1 1 0,1 2-1232,0 1 619,-6-5 1,3 3 0,-5-3 677,-2-1 0,-7-6 0,-2-7 0</inkml:trace>
  <inkml:trace contextRef="#ctx0" brushRef="#br0">13634 9959 8044,'-20'12'121,"2"1"0,6 1 0,-1 2 572,1 5 1,1 4-1,1 2 1,4 5 689,0 4-1425,2 4 1,4 9 0,0 1-1,0-2 1,1-1 0,3-4 0,5-5 41,2-6 0,18-21 0,4-7 0</inkml:trace>
  <inkml:trace contextRef="#ctx0" brushRef="#br0">13956 9959 8044,'-16'0'0,"-1"0"0,2 0 1042,1 0 1,2 0-414,-1 0 0,1 1 1,-1 4-1,2 4 1,3 5-42,4 3 0,-2 9 1,2 0-423,2 4 1,0 5-1,2 6 1,0 6-1,0 4-629,0 3 1,4-5-1,2-5 1,1-2-1,1-7 1,0-6 462,1-7 0,-1-26 0,4-11 0</inkml:trace>
  <inkml:trace contextRef="#ctx0" brushRef="#br0">14018 9922 8044,'-37'12'239,"5"1"0,5-1 1,5-1 3466,5-3-3112,9 3 1,5-9 0,11 2 0,9-4 0,6-4 660,6-4-1614,3-4 1,4 1 0,-2 3 0,-2 3-1,0 1 359,-1-1 0,-3 29 0,2 10 0</inkml:trace>
  <inkml:trace contextRef="#ctx0" brushRef="#br0">13968 10244 8022,'-30'20'385,"5"-4"317,1-2 1,18-9 0,5-5 0,12-6 539,7-5-1309,8-2 0,1 1 1,6-1-1,2 2 0,-1 2 1,-1 2-1,-4 0-354,-2 0-521,-8 4 0,3-2 0,-7 7 942,-4 7 0,-32 43 0,4-15 0,0-1 0</inkml:trace>
  <inkml:trace contextRef="#ctx0" brushRef="#br0">14105 10430 8005,'-25'25'24,"0"0"1,0 0 0,1 0 0,0-2 0,4-2 1380,3-5-1101,3-8 0,9 2 0,5-6 0,8-2 0,7-5 0,7-5 425,6-3-545,3-7 1,7 3-185,-1-6 0,22-16 0,-26 14 0,-1 0 0</inkml:trace>
  <inkml:trace contextRef="#ctx0" brushRef="#br0">14440 10009 8342,'-19'0'0,"2"0"1333,3 0 1,9 0-873,5 0 1,11-6 0,11-2 0,4-3-484,3-2 1,1 1 0,-1 0-1,3-1-1137,0 1 1159,3-1 0,-8 12 0,3 2 0</inkml:trace>
  <inkml:trace contextRef="#ctx0" brushRef="#br0">14527 10033 7822,'-32'25'-41,"3"0"0,4 0 1,5 0-1,3 0 1977,3-1-1672,2 7 1,5 0 0,3 7-1,2 0 1,2 2 0,2 0-1,1-3 621,1-2-901,5-8 1,-2-1-1,6-6 1,-1-4-1,0-3 1,1-5 0,-1-3-251,1-2-313,5-1 1,-5-4 0,5-2 578,0-4 0,2-21 0,2-8 0,4-4 0,0 0 0</inkml:trace>
  <inkml:trace contextRef="#ctx0" brushRef="#br0">14725 10133 7961,'-12'7'355,"-1"-1"547,1-1 1,5-3-1,4 5 626,6-1-1659,4 3 1,7-6 0,1 5 0,3 2 0,0 1 0,0 2 0,-3-1-1605,-1 0 1421,4 1 1,-5 3-1,4-1 1,-3-2-1,-2-4 1,0 0 313,1-2 0,5-62 0,-9 17 0,1 0 0</inkml:trace>
  <inkml:trace contextRef="#ctx0" brushRef="#br0">14973 10083 7963,'-5'-12'-5,"-2"-1"1,-1 2 509,-1 3 1,1 1 0,-4 4 598,-1-1 1,1 6 0,-1 6 0,1 3-726,0 1 1,-1 6-1,2 3 1,0 4-598,-1 4 0,5-2 0,-8 8 0,0 2-150,1 3 1,1-3-1,4-5 1,2-2 367,1-2 0,8-24 0,5-7 0</inkml:trace>
  <inkml:trace contextRef="#ctx0" brushRef="#br0">15110 9922 7270,'-13'0'-114,"2"-6"1252,3-2 1,4 1-886,8-1 1,3 5 0,7-1 0,1 1 0,3 1 0,0-3 0,0 3 0,-2 2 0,1 4-177,-1 4-78,1 3 1,-9 3-1,0 2 1,1 5-1,-2 2 1,-3 4-1,-3 2-198,-1 4 282,0 8 0,-5 3 1,-4 6-1,-3-1 1,-3 1-1,-2 0 1,2-2 309,1-3-359,2-2 1,-1-11 0,2-3 0,2-5-1,0-3 1,0-6 432,-2-5-372,-2-5 0,4-6 1,-2-2-1,-3-2 0,0-4 1,-1-3-1,0-3-793,-2 0 1,1-3-1,3 1 698,1 2 0,5-4 0,1 0 0</inkml:trace>
  <inkml:trace contextRef="#ctx0" brushRef="#br0">15383 9748 7961,'-15'9'486,"1"-3"1,3 0 0,1-2 711,3 2 0,7-9 0,8 1 0,3-2-768,2-1 0,3-3-530,1 3 1,4 0 0,-5 2 0,-1-1 0,-2 3 0,-4 3-1024,0 7 947,-7 7 1,4-1 0,-6 6-1,-1 2 1,-4 4 0,-1 0 0,-3-2-21,1-3 642,0-7 1,-1 3 0,3-6 0,1 0 1571,7-4-2348,3-8 0,13-7 330,3-6 0,35-21 0,-23 14 0,1 0 0</inkml:trace>
  <inkml:trace contextRef="#ctx0" brushRef="#br0">15866 9847 7947,'-12'0'675,"0"0"1,-1 0 2941,1 0-2762,5 0 0,3 0 1,8 0-1,4 0 947,3 0-1788,-4 0 0,4 0 0,-3 0 1,3 2-1,2 1 0,-1 2 1,1 1-394,-1-1 143,0 5 0,-3-3 0,-1 5 0,0 0 0,-1 1 0,-1 1 0,-2 2-894,0 5 1101,0 2 1,-4 2 0,0 0-1,0 1 1,-1 2 0,-2 2 0,-3 0-546,0 1 561,3 3 1,-7-2 0,5 5 0,-2-1 0,-1-2 0,-1-2 0,2-2 740,2-2-584,-5 3 1,5-4 0,-5 0-1,2-3 1,-1-5 0,1-1-1,1-3 627,2-1 1,-3-6-1,2-1-424,-1-2 1,3 0 0,-4-5-197,-2 0 1,3 0 0,-1 0 0,-2 0-535,-1 0 0,-1-6 1,-1-1-2357,1 0 2739,0-4 0,-34-18 0,-8-11 0</inkml:trace>
  <inkml:trace contextRef="#ctx0" brushRef="#br0">16512 10294 7908,'-13'5'791,"3"-3"1,6 2 0,8-3-164,6-1 0,8 0 1,3 0-1,2 0-390,2 0-413,0-5 1,0 2 0,-1-4 0,1 2 0,-1 1 0,-4-1 0,-3 1 174,-3 2 0,-52 17 0,-11 5 0</inkml:trace>
  <inkml:trace contextRef="#ctx0" brushRef="#br0">16524 10542 7908,'-12'4'1036,"-1"0"1,8 0-1,6-4-72,10 0 0,7-1 0,8-2 0,2-2-1052,1-2-204,5 4 0,-4-7 0,5 6 0,-2 0 292,1-1 0,30-13 0,-28 5 0,0 0 0</inkml:trace>
  <inkml:trace contextRef="#ctx0" brushRef="#br0">17194 9984 7908,'-13'0'278,"1"0"0,4 0 0,-1 0 2610,0 0-2433,3 0 1,1 1 0,5 3 0,0 5 0,0 4 0,0 8-7,0 8-631,0 6 0,0 13 0,0 7 0,-2 7 0,0 4 0,-2-1 0,1-5-1443,1-6 1189,2-6 436,0-16 0,22-62 0,6-21 0</inkml:trace>
  <inkml:trace contextRef="#ctx0" brushRef="#br0">17268 9959 7901,'-23'8'238,"2"-1"0,5-1 2249,2-3-2090,7-2 0,-1-1 0,9 0 0,9-1 1,8-4-1,5-3 925,2-3-1514,5 4 0,-4-4 1,3 4-1,-2-1 0,-3 1 1,0 2-1,-2 0-1430,-2 0-220,-4 4 1842,2-5 0,-23 45 0,-3 9 0</inkml:trace>
  <inkml:trace contextRef="#ctx0" brushRef="#br0">17206 10232 7895,'-18'12'2205,"9"-3"-197,-4-1-1694,9 0 0,8-1 1,11-3-1,6-2 1,7-4-1,1-1 1,2-2 515,1-2-1348,-4-1 1,2 1 0,-7 3 0,-1 1 0,-2 0-1,-2-1 1,-5 3 517,-3 3 0,-25 28 0,-14 13 0,-2 5 0,0 0 0</inkml:trace>
  <inkml:trace contextRef="#ctx0" brushRef="#br0">17206 10542 7853,'-20'11'-103,"0"-1"1275,2-2 1349,7-5-2080,11 2 0,9-9 0,7-1 0,3-1 0,2 1 1,0 2-1,1 0 976,1-1-1688,2 3 0,-4-5 0,-1 6 0,2 0 0,1 0 0,-1 0 271,-2 0 0,12 0 0,7 0 0</inkml:trace>
  <inkml:trace contextRef="#ctx0" brushRef="#br0">17789 9947 7873,'-25'0'0,"6"0"0,3 0 0,2 0 469,7 0 0,3-2 1,9 0-1,8-4 0,7-1 1,7-3-1,3-1 3515,2-1-4275,-5 0 0,8 3 1,-6 1-1,-3 0 0,-3 1 1,-3 1-1,-3 2-1223,-1 0-736,-3 0 2250,-6 4 0,-30 26 0,-20 14 0,-2 2 0,1-1 0</inkml:trace>
  <inkml:trace contextRef="#ctx0" brushRef="#br0">17814 10046 7868,'-33'26'114,"3"2"1,2 1 355,5-2 1,8-1-1,1 1 1,5 0 614,4 2-936,1 0 1,9 0 0,4 0 0,2-3 0,1-3 0,2-3 0,1-1 74,2 0-273,5-9 0,-4 5 0,4-9 0,-2-1 0,1 1 0,0-4 0,-1 0-1198,2-2-592,-4 0 1839,6 0 0,-5-11 0,6-3 0</inkml:trace>
  <inkml:trace contextRef="#ctx0" brushRef="#br0">18099 10083 7853,'-17'6'419,"3"-1"1,-1 5 0,5-2 1053,6 2 0,2 1 0,4 2 300,2 4-1951,3-3 1,9 9 0,2-2 0,0 2-1,1 4 1,1 0 0,2 2-1523,1-1 1700,2-8 0,27-7 0,8-8 0</inkml:trace>
  <inkml:trace contextRef="#ctx0" brushRef="#br0">18422 10071 7833,'-25'0'0,"2"0"680,2 0 1,-1 4-1,4 1 1,0 2 145,0 3 1,2 1 0,3 3-1,0 1 230,-4 1-1508,3 12 0,-5-2 0,2 11 0,-2 2 0,-2 1 0,1 1 0,-1-1-3107,2-1 2708,1-13 851,5 3 0,7-21 0,0 3 0</inkml:trace>
  <inkml:trace contextRef="#ctx0" brushRef="#br0">18447 9897 7833,'-13'0'0,"1"0"0,0 0 0,1-1 2623,2-3 1,4 1-612,5-5-1573,5 5-142,2-8 1,6 9-577,-1-2 0,0 3 0,-1 2 0,-1 3 0,-3 6-718,-2 5 945,0-1 0,-5 8-467,0-5 0,0 3 1,0-2-1,0 0 316,0 0 174,0-2 0,0-3 716,0-1 1,0-3 0,1-3 0,3 0 250,4-3 0,3-2-173,2-1-2171,5 0 0,1-1 1406,6-3 0,9-9 0,6-3 0,4-4 0,-1 0 0</inkml:trace>
  <inkml:trace contextRef="#ctx0" brushRef="#br0">18794 9860 7833,'-7'-2'0,"3"-2"0,8 2 792,5-7 1,2 7 560,1-3 1,0 3-873,1-2 1,-1 2-78,1-2-239,-1 3-14,0 6 1,-3 1-1,-2 5-54,-2 1 1,3-2-1,-2 6 210,1-2-474,-5 4 0,5-3 1,-4 6-1,1 1-53,-1 1 1,-2-2-1,1 1-36,2 4 188,-3-1 1,5 5 0,-6-5 0,0 0 0,0 0 0,0 0-1,0-2 182,0-2-79,0 2 0,0-9 0,0 4 0,-2-2 0,0 1 0,-2-2 0,-1-1 278,0-2 1,2-4-1,-5 1 1,0 0 457,1 2-719,-4 2 1,4-5 0,-7 0-1,-1 1 1,-2-1 0,2-1-1,0-2-536,-2-2 1,0 3-1,-6-2 1,3-2 483,-2 0 0,-18-8 0,-6-1 0</inkml:trace>
  <inkml:trace contextRef="#ctx0" brushRef="#br0">19253 10120 7905,'-5'7'489,"2"-1"1,-3-6 0,5 0 0,6-2 3549,5-2-3917,8 3 0,1-9 1,6 5-1,0-1 0,0-1 1,0 2-1,-1-1-548,1 3 14,0-3 0,-4 3 1,-2-4 411,-1 1 0,-18 8 0,-8 5 0</inkml:trace>
  <inkml:trace contextRef="#ctx0" brushRef="#br0">19911 9872 7960,'-11'-1'0,"1"-2"288,2-1 1,5-2-1,-3 4 1,2-4 1108,0-1 0,0 3-1020,4-4 0,6 0 0,2-3 0,3 1 0,3 3 0,1 0 0,3 2 1,1-1-1,3 3 1625,1 2-2126,-3 1 1,2 1 0,-6 4 0,0 4 0,-3 6 0,-2 6 0,-2 4-2632,-5 4 2487,-3 2 0,-2 8 1,-3 1-1,-5 1 1,-3-1-1,-5-1 1,-5-2-1248,-5 0 1574,1 6 0,-9-10 0,6 0 0,2-5 1,2-5-1,4-2 0,5-6 1964,2-5-1714,7-5 0,3-6 0,8-2 0,6-2 0,5-2 0,7-3 2530,5-1-2734,0-1 1,8-1 0,-3 1 0,1-1-1,-1 2 1,-2 2 0,-2 2-3151,-2 1 1450,-1 2 1595,0-1 0,-12 9 0,-2-3 0</inkml:trace>
  <inkml:trace contextRef="#ctx0" brushRef="#br0">20518 9661 7889,'-12'6'234,"0"-5"0,-1 3 0,1-2 0,1-1 1,1 2-1,2 1 0,0 0 2714,1 2-2781,1-5 1,5 10 0,-2-1 0,-1 5 0,3 6 0,2 3 0,4 5 786,2 4-1152,2 9 0,2 0 1,-2 5-1,0-3 1,0-1-1,2-3 1,2-3-3674,-1-4 3871,-5-2 0,10-40 0,-4-7 0</inkml:trace>
  <inkml:trace contextRef="#ctx0" brushRef="#br0">20531 9661 7889,'-24'24'0,"5"-3"0,7-5 778,5-2 1,8-7-1,5-3 1,5-3-1,5-1 1,4-1 1107,2-3-1915,1-3 1,1-1 0,-2-1-1,-2 1 1,1 1 0,0 2 0,-2 0-1521,-1 1 1389,4 0 160,-8 4 0,-7 28 0,-9 6 0</inkml:trace>
  <inkml:trace contextRef="#ctx0" brushRef="#br0">20543 10021 7889,'-12'0'696,"5"0"0,3-4 0,9-2 0,6 1-632,5-1 1,6-2-1,-3 4 1,2 1-652,-1 2 0,-5 1 0,2 0 0,-3 1-1382,-2 3 1969,1 3 0,-29 61 0,5-28 0,0 1 0</inkml:trace>
  <inkml:trace contextRef="#ctx0" brushRef="#br0">20618 10232 7889,'-21'25'153,"0"-2"0,1-1 1,0-2-1,4-4 1,3-4 1859,5-2-1662,3-7 1,6 2 0,3-5 0,6 0 0,5 0 0,6-1 0,2-2 950,2-1-1404,0-11 1,0 11-1,-1-10 1,1 0-1,0-1 102,0 0 0,16-37 0,-18 21 0,0 1 0</inkml:trace>
  <inkml:trace contextRef="#ctx0" brushRef="#br0">21064 9649 7889,'-5'7'0,"-3"-2"2959,-3 1-2162,-2-5 1,8 5-1,6-6 1,9-2 143,5-2-1026,7-3 1,-3-4 0,6 2 0,0 2 0,-2 0 0,-1 1 0,-2 0-3380,-3-1 3464,6 4 0,-15-3 0,3 6 0</inkml:trace>
  <inkml:trace contextRef="#ctx0" brushRef="#br0">21176 9637 7889,'-21'12'29,"1"0"0,4 1 0,-1-1 0,0 2 777,0 3 0,1 2 1,5 6-1,3 1 863,3 3-1580,4-3 1,-3 15 0,0-1 0,1 3-1,2 0 1,1-2 0,0 0 10,0-1 0,4 3 0,0-3 1,-1-3 237,-2-2 1,3-9 0,2 0-1,1-5 473,2-3-874,2-7 1,2-6 0,1-5 0,2-1 0,3-3 0,2-5 0,0-2-1311,1-1 1373,1 0 0,7-9 0,4-4 0,2-2 0,1 0 0</inkml:trace>
  <inkml:trace contextRef="#ctx0" brushRef="#br0">21436 9711 7889,'-19'4'0,"3"0"387,2-1 0,1 3 0,2-1 1,3 2 764,4 3 0,4 2 1,6 5-1174,6 3 1,6 4 0,8 2 0,2 1 0,2 4 0,2-1 0,2 2 0,2-2 0,0 0-1472,-3-2-657,-3-2 2149,-11-7 0,-6-6 0,-8-8 0</inkml:trace>
  <inkml:trace contextRef="#ctx0" brushRef="#br0">21771 9723 7889,'-19'2'0,"1"2"0,2 4 0,-1 3 889,1 2 0,2 3 0,0 2 0,0 0 0,3 1 0,0 1 0,0 2 442,-1 1-1407,-1 7 0,1-3 0,0 3 1,-2 0-1,-1 3 0,-2 2 0,1-2-2871,-2-4 2479,9-3 468,-7-1 0,14-11 0,-3-3 0</inkml:trace>
  <inkml:trace contextRef="#ctx0" brushRef="#br0">21895 9934 7889,'-12'2'1130,"0"2"0,1-1 0,2 5 606,5 1-1658,3 2 0,8-2 0,5-2 0,7 0-78,5-1 0,34-8 0,8 0 0</inkml:trace>
  <inkml:trace contextRef="#ctx0" brushRef="#br0">22354 9575 7863,'-5'7'479,"-3"-3"1,-3 1 0,-2 1 118,1 1 1,1 1-1,1 6 1,3 2-1,2 6 1,2 7-1,2 10 1,1 8-285,0 5 1,0 7 0,0-1-1,0 1-995,0-1 367,0 3 0,0-16 1,0-1-1,0-8 314,0-7 0,11-30 0,2-9 0</inkml:trace>
  <inkml:trace contextRef="#ctx0" brushRef="#br0">22342 9761 7863,'-25'0'434,"6"0"0,2 0 4011,4 0-4026,6 0 0,3-2 1,8-2-1,5-4 0,7-3 1,4-3-1,5-1 632,4-2-1230,3 1 1,5 3 0,0 1 0,0 1 178,1 3 0,4 41 0,2 15 0</inkml:trace>
  <inkml:trace contextRef="#ctx0" brushRef="#br0">22379 10033 7863,'-12'5'388,"-1"-1"122,7 0 0,15-10 1,13-1-1,6-1-510,2 0 0,32 16 0,4 0 0</inkml:trace>
  <inkml:trace contextRef="#ctx0" brushRef="#br0">22404 10257 7863,'-12'5'683,"-1"2"-212,1 6-210,11-7 1,3 0 0,16-6 0,6-3-1,6-4 1,4-6-262,5-5 0,6-14 0,5-7 0,3-4 0,0 0 0</inkml:trace>
  <inkml:trace contextRef="#ctx0" brushRef="#br0">22826 9723 8525,'-7'-5'1485,"3"4"0,7-5 1,4 2-1053,4 0 1,0-5 0,9 4-1,2-1-804,2 1 80,1 1 1,-1 2-1,0 0 1,-4-2 290,-3 1 0,-9 12 0,-2 5 0</inkml:trace>
  <inkml:trace contextRef="#ctx0" brushRef="#br0">22925 9736 7863,'-12'16'56,"-1"2"1,2 2 733,3 2-601,-3 1 1,5 6-1,-2 1 1,3 2 0,1 1-1,-1 0 1,3-1 972,0-2-1186,2 5 1,0-8-1,0 3 1,0-2 0,0-5-1,0 0 1,0-4 348,0-3-256,0 4 1,6-12-1,2 0 1,3-5-1,3-4 1,2-4 0,5-3-2598,3-3 2528,0-7 0,23-34 0,-21 19 0,1 0 0</inkml:trace>
  <inkml:trace contextRef="#ctx0" brushRef="#br0">23124 9934 7842,'-13'0'323,"5"0"-71,0 0 283,5 0 0,-1 6 1,8 1-1,6 1 1,3 0-1,4 2 558,-2 1-1454,4 1 1,-5 5-1,4-1 1,-1 0-1,-1-3 361,-1 0 0,10-1 0,1 1 0</inkml:trace>
  <inkml:trace contextRef="#ctx0" brushRef="#br0">23372 9835 7842,'-13'-4'822,"1"0"-97,0 1-51,-1 2 0,5 1 0,0 1 1,-1 3-1,2 6 1718,3 5-2706,-3-1 1,6 9-1,-5-2 1,1 2 0,-2 2-1,-1 1 1,0 2-3234,-2 1 3547,-1 0 0,-13 1 0,-2 2 0</inkml:trace>
  <inkml:trace contextRef="#ctx0" brushRef="#br0">23483 9587 7822,'-18'0'2030,"5"0"-1,3 0 1,13 0-1701,8 0 1,9 0 0,1 0-1,1 0-91,-1 0-336,2 0 1,-8 0 0,5 0 0,-2 1 0,-2 2-1,1 3 1,-1 1-323,-1 2 327,-1 2 0,-5 2 0,-3 0 0,1 3 0,-1 0 0,-1 1 0,-2 1-142,-2 2 270,-1 4 1,-1-2 0,-3 1 0,-3 3 0,-1 0 0,1 2 0,0 0 249,0 1-289,4-1 0,-6-3 0,5 0 1,-1 0-1,1 0 0,-1 0 1,-1-2 92,1-2-23,-5 2 0,3-9 0,-4 2 0,2-2 1,0-3-1,0-1 0,-2-3-582,-2-2 417,-5 5 0,5-9 99,-4 3 0,-46-19 0,25 5 0,1 0 0</inkml:trace>
  <inkml:trace contextRef="#ctx0" brushRef="#br0">24017 9550 7932,'-13'0'410,"1"0"1,0 0 0,-1 0 0,2-2 606,3-2 0,4 2 0,8-5-149,4 1 1,5-2-558,3 4 0,3-5 1,6 4-1,0-1 0,0 1 1,0 2 515,-1 2-938,7-5 0,-5 5 0,3-3 1,-4 4-1,-5 4 0,-2 4 0,-1 5-505,-1 3 349,-5-2 1,-5 11 0,-6-2-1,-1 7 1,-4 5 0,-4 5 0,-5 3-560,-3 3 956,-5 8 0,3-3 0,-4 3 0,2-3 0,4-2 0,4 0 0,2-2 505,2-2-615,-2 1 1,10-4 0,-3-3-1,2-6 1,4-3 0,1-2 0,1-3 98,-2-5 0,1-7 160,1-9 0,-4-3 0,0-1 0,-7-1 354,-4-3-757,-6-3 0,1-3 1,-4-1-1,-2-3 1,-2 1-1,-1-3 1,1 1-1003,-1-1 1126,5-6 0,-14-14 0,1-10 0</inkml:trace>
  <inkml:trace contextRef="#ctx0" brushRef="#br0">24439 10009 7990,'-9'11'433,"1"-3"0,5-1-152,-1-3 1,10-3-1,6 4 1,7-4-1,5-2 1,1-2-1,1-3-281,3-1 0,25-12 0,10-7 0</inkml:trace>
  <inkml:trace contextRef="#ctx0" brushRef="#br0">24674 9736 8076,'-23'5'0,"2"2"466,5 0 1,2 8 0,1-1 0,2 5 2472,3 8-2734,3-3 1,5 14-1,0-3 1,0 5-1,1 0 1,2 0 0,1 0-2143,-1 2 1937,4-7 0,-23 18 0,1-1 0</inkml:trace>
  <inkml:trace contextRef="#ctx0" brushRef="#br0">25208 9686 7829,'-20'0'0,"4"0"455,2 0 1,2 0 0,-1 0 441,1 0 0,1 6 1,1 3-615,2 7 1,5 3-1,-2 8 1,1 6-1,-2 10 1,1 7-1,-1 5 1,3 1-1,2 2-791,1-1 1,0 2 0,0-7 0,1-3-900,3-7 1093,-2-9 314,9-8 0,1-34 0,7-13 0</inkml:trace>
  <inkml:trace contextRef="#ctx0" brushRef="#br0">25245 9711 7892,'-26'0'730,"-2"4"3001,12 0-3442,5 0 0,16-4 1,13 0-1,7 0 1,5-1-1,2-3 0,2-4 506,2-3-1038,1-2 1,-1 2 0,-1 2-1,-2 2 1,0 1 0,0 3 242,0 2 0,-37 40 0,-14 16 0,2 3 0,0 1 0</inkml:trace>
  <inkml:trace contextRef="#ctx0" brushRef="#br0">25257 10083 7892,'-12'0'70,"0"0"1,14 0 0,8 0 0,6-1 327,7-3 1,0 1 0,2-4 0,0 1-2165,-1 4 1766,1 0 0,0 19 0,0 4 0</inkml:trace>
  <inkml:trace contextRef="#ctx0" brushRef="#br0">25307 10381 7877,'-36'25'373,"3"-1"0,8-4 1,10-4 252,5-2 1,12-7 0,10-3-1,9-3 58,6-1-713,11-5 0,0-8 1,4-7-1,-2-4 29,1 0 0,-1-20 0,3-9 0,-11 15 0,1 0 0,0 0 0</inkml:trace>
  <inkml:trace contextRef="#ctx0" brushRef="#br0">25803 9736 7877,'-19'7'0,"2"0"0,8-5 0,0 3 851,7-1 0,7-4 0,12-2 1,5 0-1,4-4 0,2 0 1,2 0 600,2-1-1712,-5 4 1,3-3 0,-3 5 0,-1-2 259,-1-1 0,2 0 0,-7 4 0</inkml:trace>
  <inkml:trace contextRef="#ctx0" brushRef="#br0">25940 9761 7877,'-20'11'72,"4"-2"0,2 0 277,2 0 0,1 6 1,1 3-1,2 2 1046,-2 2-1259,4 1 0,-3 7 1,3 3-1,1 5 0,-2 2 1,1 1-1,1 0 183,2 2-246,2-4 0,1 3 1,1-6-1,3-3 1,5-4-1,3-4 1,3-4-194,2-5-297,5-8 1,-3-2 0,6-9 0,0-4 416,-1-5 0,-5-21 0,-2-10 0,3-1 0,-1 0 0</inkml:trace>
  <inkml:trace contextRef="#ctx0" brushRef="#br0">26101 9959 7877,'-12'0'244,"-1"0"818,1 0 0,5 6-444,3 2 0,8 3 1,5 3-1,7 1-554,4 1 1,4 2-1,2-3 1,3 3-269,4 2 1,-1-4-1,-1 3 1,0-1-421,-4-2 1,1-3 0,-2-2 0,-1-1 623,-6-2 0,-9-38 0,-5-6 0</inkml:trace>
  <inkml:trace contextRef="#ctx0" brushRef="#br0">26473 9823 7861,'-12'-13'72,"-2"6"1,-1 3 0,-2 4 1126,2 4-832,-4 3 1,-1 11 0,-4 3 0,-1 4 0,0 4 0,0 2-1,0 4 723,1 2-1286,-1-3 1,1 9 0,4-6 0,2-1-1,1-3 196,1-4 0,-1-8 0,5-3 0</inkml:trace>
  <inkml:trace contextRef="#ctx0" brushRef="#br0">26572 9661 7861,'-5'-6'292,"2"-4"1,-5 6 2735,-2 1-1483,5-4 0,0 6-891,10-3 1,1 2 0,7 4-680,-1 2 0,6-2 0,2 7 0,0 0 0,1 2-183,1 2 1,-4 1 0,0 1 74,0 1 1,-9 6-1,4-1 1,-4 2-1,-2 4 195,-3 2 1,-2-2-1,-4 6 18,-2 2 0,-3 0 1,-4 1-1,2-1 1,0-4-156,0 0 1,2-1 0,-1-2-134,-2 1 0,3 1 0,0-3 0,0 2 0,2 0-210,-1 2 0,-3-7 0,0 3 411,-2-5 0,3-7 1,0 1-1,-2-3 1,-1-5 123,-1-4 1,-1-2 0,1-2-154,-1 0 1,2-6-1,2-2 1,1-2 0,-1 1-517,2 0 552,-4 1 0,-1-32 0,-7-7 0</inkml:trace>
  <inkml:trace contextRef="#ctx0" brushRef="#br0">27044 9401 7853,'-4'-8'1918,"-1"-1"0,-3 5-512,4-4-900,0 5 2108,4-2 0,0 6-1774,0 3-1015,0 3 194,5 6-232,-3-1 0,3 0 0,-3 2 0,0 1-496,3 2 0,-1 4 49,-4-5 358,0 1 0,0-5 0,0 0-518,0 1 1512,0-1 0,0 1 1,0-1 768,0 0 1,1-1-234,3-2-1179,3 2 0,6-10 1,-1 3-1,2-2-241,2-2 1,4-5-2896,4 1 1616,7-5 1471,-5 2 0,6-11 0,5-4 0,-1-2 0,1 1 0</inkml:trace>
  <inkml:trace contextRef="#ctx0" brushRef="#br0">22193 10666 8076,'-12'0'421,"-1"0"0,1 4 1331,0 0-1459,5 0 1,4-5-1,10-2 1,5-2-1,3-1 1,2 1-1,1 2 912,1 2 1,2 1-938,4 0 0,1 0 0,3 0 0,4 0 0,5 0 0,8 0 881,8 0-1100,5 0 1,9 0 0,2 0 0,-34-1 0,1 0 0,1 0 0,0-2 0,1-1 0,2 0 0,2-1 0,0-1 184,4 0 0,0-1-283,-3 1 1,-1 0-1,-2 0 1,-2 0-1,24-5 1,-9 2-1,-11 5 1,-10 3-734,-7 1 427,-4 0 1,-15 5 0,-4 4 0,-6 2 0,-5 1-1078,-3 0 1089,4 1 0,1-5 1,6 0-1,2 1 1,3-1 342,8 0 0,10-16 0,9 0 0</inkml:trace>
  <inkml:trace contextRef="#ctx0" brushRef="#br0">20258 11063 8146,'-12'-7'811,"1"0"0,1 4 0,2-1 302,-2 1 1,4 1 0,2-2-561,3-5 0,6 2-396,4-1 0,2 4 0,3-3 0,1 2 0,3 2 0,0 1-236,-1 2 0,4 6-164,-4 2 0,3 5 1,-3 3-1,-2 5 1,-3 2-1,-2 3-743,-2 3 1,-5 3 728,1 5 0,-2 1 1,-5-1-1,-4 0 0,-7-1 1,-2-3 162,-2-4 1,-4-4 425,1-5 1,-1-2-1,1-5 1,5-2 0,2-3 1849,2-4-1930,5-3 0,1-6 0,8-3 0,3-2 0,7 0 0,6 2 1,4-2 452,3-1-941,-3-1 0,10 4 0,-4-1 0,2 0 0,2-2 0,1-2 0,-2 2-2825,-2 3 3061,3-3 0,-11 4 0,2-5 0</inkml:trace>
  <inkml:trace contextRef="#ctx0" brushRef="#br0">20779 11224 8120,'-18'8'444,"-3"1"0,3-7 1,3 4-1,4-2 3744,3 0-4232,5 6 1,5-9 0,10 3 43,7-2 0,19-20 0,8-8 0,5-2 0,-1 1 0</inkml:trace>
  <inkml:trace contextRef="#ctx0" brushRef="#br0">21263 10889 8120,'-17'6'185,"1"2"1,1 3 651,1 1 1,-3 2 0,1 1-205,1 2 1,2 5 0,3 0 0,4 4-1,-1 6-243,0 4 1,4-2 0,-1 9-635,3 0 0,2-3 1,3 5-1,4-1 1,3-4-1,2-7 0,-1-5 1,1-6 243,-1-6 0,6-16 0,1-13 0</inkml:trace>
  <inkml:trace contextRef="#ctx0" brushRef="#br0">21263 11001 8418,'-24'12'0,"4"1"976,3-1 0,3-4 114,2 1 0,6-7 0,6 3 0,7-4 788,4-1-1980,7-6 0,2-2 1,4-7-1,1-2 1,0 2-1,1 3 1,2 2-1160,1 2-1659,0 5 2920,-5-8 0,-4 37 0,-2 3 0</inkml:trace>
  <inkml:trace contextRef="#ctx0" brushRef="#br0">21213 11286 8056,'-19'13'482,"1"-5"0,7 0 1003,3 2 1,4-5 79,8-1-1546,8-8 1,2 1-1,4-3 1,-2 0-1,2 3 1,0 2-1,0 1-620,-3 0-86,-1 0 0,-2 5 1,-1 4-1,-1 2 1,-3 1-1,-1 2 1,-4 1-942,0 2 1798,-8 5 0,-2-4 0,-7 4 0,-2-3 1,2 0-1,1-2 0,2-2 3644,-1-4-3530,7-1 0,3-4 0,10-3 0,8-7 0,7-7-284,8-4 0,19-24 0,8-10 0,-14 15 0,-1 0 0,0 0 0</inkml:trace>
  <inkml:trace contextRef="#ctx0" brushRef="#br0">21685 11088 8406,'-6'-7'1931,"5"1"0,-3 6 0,8-1-1767,4-3 1,3 2 0,3-2 0,2 2-590,5-3 1,-2 4-1,2-5 1,1 2-690,1 0-1179,2 0 2293,0-1 0,-6 3 0,-1-3 0</inkml:trace>
  <inkml:trace contextRef="#ctx0" brushRef="#br0">21821 11038 8051,'-23'12'86,"2"1"0,2-1 0,3 1 0,1-1 581,4 1 0,0 3 0,6 2 0,-1 1 728,1 3-1341,1 2 1,4 6-1,0 2 1,0 1-1,0 1 1,1 2-1,3 1 175,4-1-270,-2-7 0,4-4 1,-5-7-1,2-3 1,1-1-1,0-5 0,1-2-79,0-4 0,4-3 0,2-4 0,3-4-899,1-3 0,-2-3 1019,3-3 0,13-32 0,5-15 0,-9 17 0,0 0 0,0-1 0</inkml:trace>
  <inkml:trace contextRef="#ctx0" brushRef="#br0">22094 11100 8018,'-18'0'283,"4"1"0,-2 2 0,2 3 508,2 1 0,5-3 1,3 4-1,2 2-161,2 1 0,6 1 1,3 1-1,6-1-381,6 0 1,-2-2-1,2 1 1,1 3-880,2 0 0,-1-1 0,-1 1 0,-3 1-147,-1 2 1,3 3 0,-4-2 0,-2 0-1829,-2 0 2605,0-1 0,-6-16 0,-2-2 0</inkml:trace>
  <inkml:trace contextRef="#ctx0" brushRef="#br0">22392 11063 8018,'-13'-13'371,"1"1"1,-1 4 0,1 1 0,0 1 451,-1 4 1,1 6 0,-1 4 0,2 3-355,3 1 0,-3 6 1,3 3-1,-3 3-507,-2 0 1,5 2 0,0 2 0,-2 2-360,-1 2 1,-3 1 0,-1 4-1,0-1-2185,4-3 2582,-1-8 0,16-35 0,-3-12 0</inkml:trace>
  <inkml:trace contextRef="#ctx0" brushRef="#br0">22417 10964 8116,'-13'0'550,"1"0"0,5-2 275,3-2 1,8 1 0,5-5 0,5 0-458,3 1 0,5-3 0,-1 6 1,1 1-17,-2 2-303,4 1 0,-9 1 0,4 2 1,-1 3-1,-3 2 0,-2 4 1,-4 5-94,0 2 0,-5-2 1,3 3-1,-2 4-284,-2 3 492,-2 0 0,-5 7 1,-1-5-1,-2 0 1,-3 1-1,-1 2 1,0 1 144,3 0 0,-2-1 0,5 2 1,-1-2 195,1-2-387,0-1 0,4-4 0,-2-2 0,-1-2 0,0-4 0,-2-4 0,-2 0-7,-3-1 0,-1-5 1,-1-3-1,1-2-456,0-2 1,-2 0 0,-1 0 0,-2-2-788,2-2 0,1-1 0,2-5 1132,-1 2 0,-10-6 0,-3-5 0</inkml:trace>
  <inkml:trace contextRef="#ctx0" brushRef="#br0">22863 11385 8149,'0'-20'0,"0"0"189,0 2 1,0-2-1,0 3 1,0 2 538,0 1 0,4 6-400,0 0 0,5 6 0,-4 1 1,1 5-1,-1 3 0,-2 3 1,-2 1 853,-1 1-1615,0 1 0,0-1 1,2-1 432,2-3 0,3-2 0,5-6 0</inkml:trace>
  <inkml:trace contextRef="#ctx0" brushRef="#br0">23285 10988 8104,'-19'13'178,"2"-1"1,3 1 1720,2-1-1582,5 0 0,-3 1 0,6-1 0,1 1 0,2-1 0,1 1 0,0 0 1035,0 4-1652,6-3 1,-4 9 0,7-2-1,-1 2 1,0 2 0,0 0 299,2 0 0,-4 10 0,-1 4 0</inkml:trace>
  <inkml:trace contextRef="#ctx0" brushRef="#br0">23335 10939 8457,'-13'0'2045,"1"0"-1325,5 0 1,7 0-1,8 0 1,3 0 241,2 0-1057,-1 0 0,4 0 1,2 0-1,0 0 1,2-2-1,-1 0 1,2-2-3926,-2 1 4020,-1 1 0,-17 19 0,-2 4 0</inkml:trace>
  <inkml:trace contextRef="#ctx0" brushRef="#br0">23322 11150 8029,'-1'8'2061,"-3"0"-1500,2-5 1,4 3 0,9-6-1,4-2-888,0-2 0,4 3 0,1-4 0,-1 4 327,-3 1 0,-7 33 0,-4 9 0</inkml:trace>
  <inkml:trace contextRef="#ctx0" brushRef="#br0">23359 11435 8029,'-19'21'0,"2"-2"0,5-1 2064,4-3-143,2-7-1712,12-2 0,1-8 1,6-3-1,4-6 0,4-6 1,2-2-1,2-3-127,0-1-82,0 3 0,4-6 0,5-4 0,2-1 0,1 1 0</inkml:trace>
  <inkml:trace contextRef="#ctx0" brushRef="#br0">23794 11013 8029,'-9'0'0,"1"0"0,-2 0 0,-1 0 116,4 0 1,-1-1 0,8-2 0,6-2 4414,3-2-4380,9 4 1,2-8 0,4 4 0,1-1 0,0 0 0,0-2-152,0-1 0,-1-2 0,1 1 0</inkml:trace>
  <inkml:trace contextRef="#ctx0" brushRef="#br0">23831 11050 8029,'-13'21'0,"1"-2"0,0 1 556,-1-1 0,5-1 0,1 5 1,1 4 747,4-1-1284,0 5 1,2-3 0,0 6 0,0 4 0,0 2-1,2 0 1,0-2-991,3-1 958,-1-5 1,0 1-1,0-8 1,0-6-1,0-4 1,2-4-1,1-2-94,2-5 1,2-8 0,2-6 0,-1-5-128,1-6-1026,4-2 1259,-3-8 0,3 1 0,1-4 0,-2-6 0,1 1 0</inkml:trace>
  <inkml:trace contextRef="#ctx0" brushRef="#br0">24004 11125 8140,'-19'11'0,"3"-1"636,2-2 1,3-4 320,2 4 1,11-5-1,10 1 1,9-4-651,7-4 1,-1 1-1,6-4 1,2 2-446,0 2 0,-1 2 1,-3 1-1,0 0 86,-4 0-256,-1 11 0,-2-2 1,-4 12-1,-4 2 0,-7 4 1,-5 3-1,-2 0-1382,-2 1 1356,0-2 1,0-6 333,0-2 0,-6-20 0,-1-9 0</inkml:trace>
  <inkml:trace contextRef="#ctx0" brushRef="#br0">24414 11001 8011,'-13'-7'523,"1"3"1,0-2 0,-1 2 0,1 3 206,-1 4 0,1 8 0,-2 5 0,-1 1 433,-2 1-1132,1 1 0,4 3 0,-1 1 0,-1 4 0,-1 0 0,-1 2 0,0 0-867,3-1 177,6-2 1,-3-3 658,6-2 0,11-9 0,7-6 0</inkml:trace>
  <inkml:trace contextRef="#ctx0" brushRef="#br0">24414 10889 7986,'-6'-12'13,"4"4"1581,-7-1-857,6 1 0,-2 0 0,5 0 0,1-2 1638,3-1-2188,3 4 0,4 0 0,0 4 0,0-1 0,3 1 1,1 2-1,3 1 362,3 0-569,2 0 0,-2 6 0,0 2 0,1 3 1,0 3-1,-1 2 0,-5 5-491,-2 2 449,-2 2 0,-5 1 0,-3 3 0,-2 4 1,-4 4-1,-2 3 0,-4 2 139,-3-2 1,-2 2-1,1 0 1,0-2 107,-1-2 1,1 4-1,1-1 1,1-1 457,2-1-492,5-8 0,-2-5 0,3-6 0,0-1 0,-3-1 0,1-2 1079,-1-4-1089,-2 0 0,-1-11 0,-1 3 0,0-2 0,-2-4 0,-2 0 1,-1-4-502,-2-1 1,2-1 0,-2-4 359,2-1 0,-28-3 0,-11-2 0,-5-2 0,0 0 0</inkml:trace>
  <inkml:trace contextRef="#ctx0" brushRef="#br0">27577 10133 8254,'-8'4'1483,"0"0"-806,5 0 1,-1-4-1,8 0-602,4 0 1,5-4 0,3-2 0,5 1-1,4-2 1,2 2 0,3-2 0,1 0-1,-1-1-809,-2 1 581,-2 1 0,-1 6 153,-1 0 0,-37 0 0,-11 0 0</inkml:trace>
  <inkml:trace contextRef="#ctx0" brushRef="#br0">27577 10418 8254,'-19'19'235,"2"-2"1,9-3 2207,4-2-2099,8-5 0,4 3 0,9-6 0,4-2 0,2 0 0,3-2 0,3-2 598,4-2-2444,3 3 0,7-5 1502,2 6 0,-1-22 0,5-11 0,3-1 0,0-1 0</inkml:trace>
  <inkml:trace contextRef="#ctx0" brushRef="#br0">28321 9674 8213,'-16'12'324,"-1"1"1,4-1 0,3 2 0,6 1-1,2 2 1,2-2 633,0-2 0,0 5 1,2 3-1,2 2-621,4 2-507,-2 0 0,-1 11 1,-5 5-1,0 9 0,0 5 1,-1 6-1,-3 1-165,-5 2-94,4 1 0,-1-4 0,6-6 0,0-10 1,0-12 428,0-9 0,11-28 0,3-11 0</inkml:trace>
  <inkml:trace contextRef="#ctx0" brushRef="#br0">28284 9860 8238,'-19'11'787,"2"-3"1,12-4-1,9-8-83,11-4 1,4-5 0,5-3-1,2-3 528,0-1-1204,6-3 1,-6 9 0,3-2 0,-3 2 0,-1 3-1,0 3 1,-2 6-1389,-2 9 915,-3 7 0,-11 12 445,-3 3 0,-10 6 0,-3 6 0,-1 5 0,-1 0 0</inkml:trace>
  <inkml:trace contextRef="#ctx0" brushRef="#br0">28371 10120 8175,'-12'0'820,"-1"6"0,17-6 1,9 1-1,7-5-454,5-3 0,4 3 1,0-3-1,-1 2-741,-2 2 1,-3 2 0,-2 2 0,-4 3-2278,-4 4 2399,-6 3 0,3 7 0,-7 3 0,-5 4 0,-6 4 0,-7 4 0,-7 3-987,-6 1 1757,2-6 0,-8 5 0,5-5 0,2-2 0,5-7 1,7-6 2191,6-5-2344,3-1 0,17-3 1,7-5-1,8-3 1,7-4-1,3-2 0,1-3-10,1-1-1335,-7-1 0,4-5 980,-6 1 0,-4-16 0,1-8 0,0-1 0,0 1 0</inkml:trace>
  <inkml:trace contextRef="#ctx0" brushRef="#br0">28929 9909 9082,'-20'0'0,"0"0"1127,2 0 1,3-1-393,7-3 1,12 3 0,11-5-1,6 1 767,5-4-1598,7 4 0,-5-5 0,4 5 0,-1-1 1,0 1-1,-1 0 0,-4 1-4161,-4 0 3582,2 0 0,-11 4 0,1 1 1,-8 4-1,-12 3 675,-8 3-12,-5 7 1,-7-4-1,-3 3 1,-3 0-1,-1 1 1,0 1-1,0 3 138,1 2 213,2-5 1,6 4-1,4-1 1,3 5-1,5 3 1,4 2 0,3 2 436,4 2 1,7 7 0,2 2 0,3 2-568,1-2-138,1-7 0,-1-4 1,1-6-1,-1-4 1,0-3-1,2-4 1,1-6-340,2-6 0,3-3 0,-2-4 0,2-3-2462,2-8 2730,1-5 0,-5-13 0,0-7 0,1-1 0,1-1 0</inkml:trace>
  <inkml:trace contextRef="#ctx0" brushRef="#br0">29177 9984 8175,'-13'12'202,"-4"1"0,5-1 0,-1 0 988,8 1 1,5-1 0,5-1 0,6-1-922,4-2 1,8 2-1,-3 5 1,4 2-496,0-2 0,5 3 0,0 0 0,-1-1-473,-2 1 0,4 3 0,2-4 1,0-2 698,-3-1 0,2-8 0,1 0 0</inkml:trace>
  <inkml:trace contextRef="#ctx0" brushRef="#br0">29624 9959 8114,'-21'-8'0,"1"0"666,-2-2 0,-2 4 1,-1 4-1,1 4 131,-1 7 1,-1 7-1,-2 6 1,0 4-559,5 3 1,-2 4-1,6-2 1,-2 0-479,1 4 1,6-5-1,0 1 1,6-4-1943,2-2 2181,2 2 0,10-29 0,0-1 0</inkml:trace>
  <inkml:trace contextRef="#ctx0" brushRef="#br0">29599 9736 8114,'-5'-7'0,"-1"-4"1670,-2 3 1,2 1 0,8 0 618,2 1-2206,3-3 0,5 7 0,1-2 0,-1 3 0,2 1 0,0 1 1,-1 3-1539,-2 5 1133,-6 7 0,4 1 0,-5 6 0,-2 3 0,-4 2 0,-3 1 0,-3 0-1001,-6-2 1775,1-1 1,-5-1-1,6-1 1,1-4 0,1-4-1,3-5 1378,2-3-1971,6-5 1,8 1 0,7-7 0,5-3 140,2 0 0,30-14 0,6-6 0</inkml:trace>
  <inkml:trace contextRef="#ctx0" brushRef="#br0">29860 9798 8126,'-7'-6'496,"3"-2"0,-2 1 0,2-1 470,1-2 1,3 1 0,4 0-479,5 5 0,2 3 0,1 1 1,2 1-279,2 3 1,-2 9 0,3 7 0,-3 4-101,-2 1 1,-1 5 0,-3 3 0,-2 4 8,-1 5 0,-3 2 0,2 5 0,-3 1-87,-1 0 1,0 5 0,0 1 0,-1 1-36,-3-4 1,1-3 0,-4-6-1,0-5 117,0-5 0,-1-8 1,-4-1-1,-2-7 155,-3-4 1,-2-7-1,-4-3 1,0-3 34,3-1 0,-1 0 0,-4-1 0,0-3-421,1-5 0,4-2 1,4-1-1,2 0-2251,2-1 0,3 1 2368,1-1 0,22-38 0,1-9 0</inkml:trace>
  <inkml:trace contextRef="#ctx0" brushRef="#br0">30182 10232 8126,'-18'0'2869,"6"-1"1329,0-4-3997,10-1 1,15-3 0,9 1 0,4-2-1,4-1 1,3 0-202,6 3 0,4-2 0,6-2 0,7 2 0,0-1 0</inkml:trace>
  <inkml:trace contextRef="#ctx0" brushRef="#br0">30815 9785 8266,'-12'-8'380,"-1"0"0,5 5 1,1-2-1,0 1 1,2 1-1,-1 4 717,3 6 1,2 11-1,1 5 1,0 8-874,0 5 1,4-1-256,0 11 0,4 5 0,-3 7 1,-3 2-1,0 4 0,-2 0 178,0 3-821,0-7 1,0-3 0,0-12 0,0-9 673,0-7 0,5-48 0,2-12 0</inkml:trace>
  <inkml:trace contextRef="#ctx0" brushRef="#br0">30877 9785 8215,'-25'18'1101,"7"-4"1,6 3 918,6-4-1747,10-6 1,5-1 0,7-6 0,5-2 0,4 0-1,2-5 1,4-1 855,0-2-1573,-3-4 0,2 9 0,-6-4 0,-2 5 0,-2 3 1,1 1 443,-2 0 0,-50 55 0,6-21 0,0 1 0</inkml:trace>
  <inkml:trace contextRef="#ctx0" brushRef="#br0">30902 10108 8215,'-20'8'0,"4"0"0,4 1 2730,3 3-2354,9 1 1,9-7 0,7-1 0,3-3 0,2 1 0,0 3 0,-1 0-3038,0 4 2293,-2 1 0,-6 2 368,0-1 0,-22 29 0,-11 13 0,-1 4 0,1 0 0</inkml:trace>
  <inkml:trace contextRef="#ctx0" brushRef="#br0">30914 10480 8215,'-18'18'-79,"6"-4"0,-2 1 0,6-4 575,2-3 1,4-5 0,7 1-1,7-4 1467,8-4-1969,9-3 0,4-10 0,8 0 6,5-3 0,0-14 0,5-8 0,-13 11 0,-1 0 0,0 0 0</inkml:trace>
  <inkml:trace contextRef="#ctx0" brushRef="#br0">31373 9934 8215,'-7'-1'1044,"3"-3"1,10 2-1,6-3 1,7 1-635,5 0 1,6-6 0,3 3 0,3-1-1838,1 0 1062,0-1 1,-5 1 364,-3 0 0,-3-12 0,-1-6 0</inkml:trace>
  <inkml:trace contextRef="#ctx0" brushRef="#br0">31510 9885 8152,'-32'18'177,"3"-3"0,8 4 0,5 2 1148,2 2-1080,7-1 0,2 10 0,5-3 0,0 4 0,0 4 0,0 4 1,0 6 584,0 6-857,0 3 1,0 1 0,0-4-1,0-4 1,0-8 0,0-8 0,1-7 267,3-5-142,3-3 0,5-7 0,2-3 1,1-5-1,5-5 0,2-4 0,5-4-1939,4-4 1500,2-7 340,4 2 0,-8-10 0,1-5 0,3-3 0,-1 1 0</inkml:trace>
  <inkml:trace contextRef="#ctx0" brushRef="#br0">31745 10096 8141,'-13'11'0,"-1"-2"0,0-2 622,3-1 1,7 3-1,0-1 1,4 4 1154,4 0-1663,8 0 1,3 1 0,6 1 0,1 2 0,2 5 0,0 2 0,1 2-790,0 0 306,0 0 0,0-1 0,-1 1 1,0 0-1,-2-2 0,-3-2 369,-1-4 0,-12-15 0,-8-3 0</inkml:trace>
  <inkml:trace contextRef="#ctx0" brushRef="#br0">32105 10133 8127,'-16'-11'0,"-2"2"158,-2 5 0,0 3 1,-5 1-1,0 1 1013,0 3 0,5 3 1,0 7-1,2 1-491,3 2 0,0 3 0,1-2 0,0 2-840,3 2 0,3-3 0,-1 2 1,2-1-1081,1 0 537,2 3 1,0-9-1,0 2 703,1-2 0,7-7 0,3-1 0</inkml:trace>
  <inkml:trace contextRef="#ctx0" brushRef="#br0">32155 9971 8142,'-13'-5'501,"1"2"759,0-5-871,5 0 0,4-5 0,11 1 0,7-2 0,6-1 0,2-2 0,4 2 856,-1 1-1312,0 2 1,-1 5-1,-2 3 1,-2 3-1,-5 1 1,-2 2-1,-3 7-109,-2 7 128,-4 6 1,-5 4-1,0 2 1,-1 2-1,-3 2 1,-5 4-1,-2 4 220,-1 5-161,-1-2 1,1 9 0,0-1-1,-1 3 1,2 3 0,2-2-1,2-2 35,1-4-63,2-5 0,4-13 0,0-2 0,0-4 0,1-5 233,3-8-200,-2-5 0,1-11 0,-10-2 0,-7-1 0,-4-2 0,-4-2 0,-1-2-2583,-2 1 1544,0-1 1023,-5 1 0,3-18 0,0-8 0,-6-2 0,1-1 0</inkml:trace>
  <inkml:trace contextRef="#ctx0" brushRef="#br0">32465 9810 8142,'0'-14'0,"0"-1"0,0-1 0,0 1 655,5-5 0,2 2 1,6-2-1,0 3 1,4 3-1,4 2 0,2 1 1378,2 3-2149,0 2 1,-6 9 0,-2 5-1,-5 9 1,-4 6 0,-4 5 0,-2 2-1644,-2 2 1809,0 1 1,-6 0-1,-2-1 1,-3-2-1,-1-4 1,-1-2 1630,1-4-1068,5-5 1,3 2-1,9-9 1,9-5-1,9-6 1,11-5-614,5-3 0,11-25 0,5-12 0,-13 14 0,0 0 0,0 0 0</inkml:trace>
  <inkml:trace contextRef="#ctx0" brushRef="#br0">16586 12700 8004,'-12'0'369,"3"0"1,2-1 488,2-4-545,1-1 0,4-7 0,0 1 0,1 1 0,3 3 0,5 3 0,0 7 1,1 6 192,-2 9 0,-4 10 0,5 8 1,0 7-474,2 12 0,2 1 0,0 9 0,4-7-93,4-1 0,-1-8 1,4-10-1,2-9-160,0-12 238,6-9 1,-6-16 0,3-10-1,-3-14 1,-2-12 0,-4-8-1,-3-8 321,-3-4-522,-2 0 0,-4-2 0,-1 8 0,-1 6 1,-4 5-1,-2 7 0,-4 4-1414,-4 3 1597,2 11 0,-32 37 0,-3 21 0</inkml:trace>
  <inkml:trace contextRef="#ctx0" brushRef="#br0">16784 12923 8004,'-23'7'803,"2"-3"0,9-4 0,8-4 0,4-4 282,4-3 0,7-2 0,7 1 0,1 0 474,3-1-1903,2 1 1,-4 4 0,1 1-1,1 0 1,2 1 343,0 1 0,7 6 0,0 6 0</inkml:trace>
  <inkml:trace contextRef="#ctx0" brushRef="#br0">17380 12725 7967,'-8'4'386,"-1"1"775,0 2 0,3-3-854,2 5 1,8-5 0,4 4-1,4 3 1,0 3 0,2 4-268,2 1 1,2 6 0,4 5-417,-1 2 1,-2 1 0,3 3-1,-1-2 376,1-1 0,18 6 0,5 5 0</inkml:trace>
  <inkml:trace contextRef="#ctx0" brushRef="#br0">17690 12737 7967,'-32'0'350,"3"2"0,3 2 953,1 4-901,1 3 1,4 7 0,4 3 0,2 2 0,2 3 0,1 2 0,1 2 892,2 2-1984,5 1 1,-3 3 0,6-3 688,0-4 0,0 2 0,0 1 0</inkml:trace>
  <inkml:trace contextRef="#ctx0" brushRef="#br0">17851 12923 8687,'-12'11'0,"0"-1"655,-1-2 1,1-1 0,1 3-1,1-2-169,2 2 1,6-3 0,2-1-59,7 0-428,10-2 0,30-20 0,12-5 0</inkml:trace>
  <inkml:trace contextRef="#ctx0" brushRef="#br0">18223 12626 8322,'-12'0'946,"0"0"0,-1 0 0,1 0 1272,-1 0-2052,1 0 1,4 4-1,1 1 1,1 4 0,4 3-1,0 4 1,2 4 166,0 2 0,0 7-402,0 4 1,2 3-1,2 1 1,4 0-1,3-1 1,1-3-175,1-4 0,5-4 1,2-6 44,4-7 1,1-5 0,1-8 0,1-5 0,2-6-136,-1-7 0,-2-10 0,-2-4 265,-4-3 1,-2 3 0,-7 1-1,-1 3 1,-3 4 225,-2 3 0,-1 7 0,-4-1 412,0 2 0,-1 8 0,-2 8 138,-1 9 0,-4 12 0,4 10-416,1 3 0,-3 7 0,1 2 0,-1 5 0,1 2 13,2 2 1,-2 1 0,-1-3-165,-1 2 0,-1-1 0,-4-8 1,-2-4-1,-3-3-272,-3-5 1,0-4 0,0-10-1134,-2-7 1,-5-5 1263,3-7 0,-11-27 0,-2-12 0,0-2 0,-1-1 0</inkml:trace>
  <inkml:trace contextRef="#ctx0" brushRef="#br0">19538 12700 8016,'-12'-7'604,"4"2"1,1 3 690,1-2-850,-3 3 1,7-6 0,0 4 815,4-1-1061,0 0 0,5 9 1,-5 4-1,3 3 1,-3 6-1,0 8 1,-2 10 817,0 8-1019,0 10 1,0 4 0,0 6 0,0 3 0,0-4 0,0-5 0,0-10-629,0-9 0,1-9 0,3-11 1,4-8-1878,3-9 2506,2-8 0,-3-29 0,-2-14 0,1-2 0,1 0 0</inkml:trace>
  <inkml:trace contextRef="#ctx0" brushRef="#br0">19563 12613 8132,'-12'6'1692,"1"1"-780,3 5 0,8-5 0,8-3 0,3-3-560,1-1 1,5-5-1,1-2 1,0 0-452,0 3 1,-2-2 0,-3 2-1,-1 2-62,0 0 74,-5 2 0,3 2 0,-6 3 0,-3 7 0,-5 8 0,-7 5 0,-7 4-390,-5 4 375,1 2 0,-13 3 0,6-3 0,2-1 0,2-6 0,3-1-1990,1-3 2092,12-10 0,53-36 0,-10 2 0,1-1 0</inkml:trace>
  <inkml:trace contextRef="#ctx0" brushRef="#br0">19849 13047 7943,'-21'6'497,"0"2"0,6-1 669,-1 1 0,7-4-910,5 5 1,4-1 0,3 4-1,1 2-198,-1 3 0,-2 2 1,-1 4-1,0-1-35,0-1 1,0-2 0,-1 3 94,-3-1-51,2-6 1,-3-13 0,6-15-1,3-7 9,5-5 0,2-6 0,2-2 0,4-1-161,4 1 0,1 2 0,0 7 1,-2 0-547,2 4 0,0 2 631,-1 5 0,25 28 0,0 7 0</inkml:trace>
  <inkml:trace contextRef="#ctx0" brushRef="#br0">20320 12626 7960,'-14'1'838,"-2"3"0,6-3 1,-2 4 370,1-4 0,6-1-1065,5 0 0,6-1 1,8-4-1,2-1 1,5-3-1,2 2-334,2 2 1,0-3 0,0 2-332,0-1 1,-2 4 0,-1-1 0,-3 3 0,-1 1-2996,-2 0 3144,-3 0 0,-29 4 1,-8 0 371,0-1 0,1-2 0,11-1 259,0 0 1,-1 0 0,1 0-1,-1 0 1669,1 0 1,1-1 358,3-3-2056,2 2 0,6-2-383,0 8 0,0 3 0,0 6-127,0-1 1,0 1 224,0-1 1,0 0 0,0 1 714,0-1-458,-5 1 0,3-5 1,-3-1-1,1 0 136,0 0 0,-1-6-599,5-1 0,0-1-792,0-8 1189,0 7 1,-5-4 271,-3 6 1,2 1 0,1 2 220,-1 1 1,5 6-251,-3-2 1,2 3 0,2 2 83,0-1 1,0 0-1134,0 1 1,4-1-1,0 1 392,-1-1 0,-1 0 0,-2 1 0,0-1 455,0 1 1,-5 3-1,0 3 1,-2 2 46,-3 1 0,4 4 1,-1-5-1,0 2-5,0 2 1,4-1-1,-2-4 1,0-2-178,1 0 1,0-4 0,4 4 0,0-2-91,0 1 0,0-5 0,0-3-602,0 0 430,0 2 0,2-5 1,0-8-1,4-7-299,1-6 0,1-6 0,3 3 0,-1-1-324,-2-3 1,0 2 0,5 0 0,-2-1-113,-3 2 0,3-3 0,-4 4 954,0-1 0,-2-13 0,-5-7 0</inkml:trace>
  <inkml:trace contextRef="#ctx0" brushRef="#br0">20481 12638 7955,'-12'0'-27,"4"-4"1,1-2 0,0 1 580,0-1 0,4-3 1,-1 0-1,3-2 143,1-1 0,0 0 0,0-1-399,0 1 1,-2-1 0,0 1-43,-3 0 0,-4 6 0,0 7 64,-2 10 1,-5 7-1,-2 10 1,-1 4-87,-3 5 0,2 10 0,0 4 0,-2 9-144,10-26 0,0 1 1,2 2-1,1 1 1,0 1-1,1 0 1,2 2-1,0-1 79,1 1 1,2 0 0,-1-2 0,2 0 0,2 29 0,2-10-151,2-11 1,8-14-1,9-9 1,4-7-458,3-7 0,4-5 0,5-6 0,1-3-2129,-1-5 2567,6-7 0,1-31 0,-20 17 0,1 1 0</inkml:trace>
  <inkml:trace contextRef="#ctx0" brushRef="#br0">20692 12725 7970,'-12'-8'467,"-1"-1"0,2 0 0,2-1 4589,0 2-3318,7-3-1542,-4 9 0,8 6 1,0 10-1,4 6 0,1 7 1,2 9-1,2 9 812,2 8-1281,5 3 0,1 6 0,6 0 1,1 0-1,2-2 0,0-7 0,1-9-1670,2-8 1129,-5-11 0,4-8 1,-5-9-1,-1-4 814,-4-3 0,-7-50 0,-8-13 0</inkml:trace>
  <inkml:trace contextRef="#ctx0" brushRef="#br0">21114 12675 7970,'-25'13'0,"0"-1"0,1 0 0,-1 1 850,0 5 1,1-4 0,2 3-1,3 1 1,1 2 0,2 2-1,-1 1 1706,1 3-2739,-1 2 0,0 4 0,0 3 0,-3 7 0,0 0 0,-1 1 0,2-3-2470,1-1 2277,1-2 0,5-10 0,1-2 376,2-1 0,15-39 0,8-9 0</inkml:trace>
  <inkml:trace contextRef="#ctx0" brushRef="#br0">21164 12787 7970,'-20'12'530,"2"-1"0,6-1 1207,0-2 0,2-1-1457,6 1 0,5-2 1,13-6-1,2 0-3088,5 0 2808,3 0 0,22 5 0,7 2 0</inkml:trace>
  <inkml:trace contextRef="#ctx0" brushRef="#br0">21188 13146 7970,'-24'13'814,"0"-5"0,3-1 1682,5-1-2254,8-2 0,4-10 0,9-2 1,7-4-1,8-4 0,3 0 1,2-1-1151,0-1 773,5 5 135,2-5 0,1 8 0,4 2 0,2-2 0,1 0 0</inkml:trace>
  <inkml:trace contextRef="#ctx0" brushRef="#br0">21486 12874 8025,'-12'0'0,"-1"0"322,1 0 0,4 0 795,-1 0 1,8 0 0,1 0 192,7 0-1195,4 0 0,1 0 0,1 0 1,0 1-1,3 3 0,2 6 0,1 4 199,3 2-497,-4 6 1,4-3-1,-6 6 1,1 0-1,0 0 1,-1 0-1,-1-2-1175,-1-2 333,-2-3 0,-3-6 1025,-1 0 0,-5-16 0,2-4 0</inkml:trace>
  <inkml:trace contextRef="#ctx0" brushRef="#br0">21821 12750 8200,'-12'-9'571,"-1"1"0,1 5 0,-1 1 0,2 4 517,3 7 0,-3 2 0,3 2 0,-3 4 511,-2 4-1733,1 8 0,-2-2 0,-1 8 0,-1 3 0,-1 5 0,0 2 1,0-1 133,-3-1 0,-17 15 0,14-29 0,1 0 0</inkml:trace>
  <inkml:trace contextRef="#ctx0" brushRef="#br0">22032 13072 7942,'-12'12'1779,"1"-3"-928,2-1 0,2-1 1,5 3-439,-3-2 0,1-4 0,4 4 0,0 2 0,0 1 0,0 1 533,0 1-930,-5-1 0,2 0 1,-4 1-1,0-1 1,2 1-1,-2-1-16,0 1 0,-12-7 0,-8 0 0</inkml:trace>
  <inkml:trace contextRef="#ctx0" brushRef="#br0">22392 12502 8222,'-18'12'0,"-3"0"571,-2 1 0,3-1 1,4 2-1,2 1 941,2 2 1,5-1 0,3-3-181,2-1-1516,8 0 1,5 1 0,8-1-1,3-1 1,6-1 0,2-3 0,4 0-4287,2 0 4470,2-5 0,0-8 0,5-4 0,3-4 0,0 0 0</inkml:trace>
  <inkml:trace contextRef="#ctx0" brushRef="#br0">22764 12539 8323,'-11'1'689,"3"3"1,-3-1 0,2 4 0,-2 0-162,-1 0 1,-1-3 0,1 4-1,-2 3 336,-2 4-976,2-1 1,-10 5-1,5-3 1,-1 1-1,-1 1 1,-1 2-1,0-2-2345,1-1 2190,-2 6 0,9-14 1,-3 4-1,4-2 1,1 0-526,4 1 937,3-5 0,6 0 0,2-3 0,2 4 0,2 5 0,3 3 0,1 5 365,1 2 0,-1 8 1,-1 0-1,-3 2-516,-2 0-157,0 0 0,-1 1 0,0-3 0,-1-2 0,-1-5 1,1-6 162,1-5 0,0-22 0,-4-7 0</inkml:trace>
  <inkml:trace contextRef="#ctx0" brushRef="#br0">22776 12774 7959,'-19'13'735,"-3"-6"499,5-3 1,8-3-1,7-2 1,8-3-858,5-5 1,-1 0 0,7-1-1,0 3-1027,0 2 1,3-4-1,-3 5 650,-2 2 0,-12 50 0,-5 14 0</inkml:trace>
  <inkml:trace contextRef="#ctx0" brushRef="#br0">22776 12998 7959,'-23'23'0,"1"-1"555,1-1 0,5-6 0,-4 0 491,2-5 1,10-5 0,11-7-867,8-7 1,14 0 0,1-12-1,4-1-180,5-2 0,-7 2 0,2-2 0,2-3 0,0 1 0</inkml:trace>
  <inkml:trace contextRef="#ctx0" brushRef="#br0">23297 12526 8022,'-12'-7'727,"1"3"0,1 8 1280,2 5-2075,5 2 1,-2 7-1,5 4 1,0 5 0,0 5-1,0 1 1,0-1-553,0-2 1,1 3 567,3-4 0,2-1 0,3-8 0,0-5 0,0-5 1,4-6-367,3-2 417,-2-8 0,5-2 0,-4-9 0,3-5 0,0-4 0,2-4 0,-2-1 259,-1 1 0,0-3-47,-5 4 0,1 4 0,-1 5 1,-1-1-1,-1 2 790,-2 2 0,-5 12-672,1 9 1,-4 10 0,-4 14-1,-3 7 1,-1 5-141,-1 5 1,5 9 0,-3 4-246,2 3 0,1 2 1,4 2-1,-2 2 0,0 1-33,-2-1 0,-1-6 211,5-7 1,-4-9-1,-1-5 1,-1-5-1,-1-9 1,0-7 890,-2-6-935,-2-9 1,-3 0 0,-1-8 0,-2-6-1,2-4 1,0-4 0,0-1-563,-2-3 1,1 3-1,5-1 484,2 2 0,-7-31 0,2-5 0</inkml:trace>
  <inkml:trace contextRef="#ctx0" brushRef="#br0">23918 12576 8583,'-13'0'2255,"1"0"1,3 0-1229,1 0 1,7 0 0,-1 1-722,5 3 0,7-1 0,-2 6 0,3 2 1,2 2-1,-1 5 0,0 2 0,1 0 1,-1 1 775,1 0-986,-1-1 1,-4 5-1,-1 0 1,-1-2-1,-2-1 1,0-1-1,0 1 710,-1 1-799,-2 8 1,-6-1 0,-4 5-1,-2-4 1,0 1 0,2-2 0,0 1-1405,0-4 1099,-2-1 1,3-6-1,1-4 1,1-2-1,2-2-1344,-2 1 1346,5-6 0,-6-1 0,3-1 0,-4 3 0,-3 3 0,0 1-1315,2 1 4,-2-1 1607,5 1 0,-18-12 0,-2-2 0</inkml:trace>
  <inkml:trace contextRef="#ctx0" brushRef="#br0">24414 12849 7957,'-13'7'539,"1"4"0,0-4 0,1 1 0,2 0 417,5 2 0,4-5 0,4-1 0,5-4 272,2-4-1138,6 3 1,3-9 0,5 6-1,1 0 1,1 0 0,4 0-1,0 0-685,4-2 267,-5 5 0,6-5 0,-3 6 0,3 0 1,0 2-1,-3 2 328,-4 4 0,-53 36 0,-13 10 0</inkml:trace>
  <inkml:trace contextRef="#ctx0" brushRef="#br0">24501 13208 7974,'-17'9'0,"2"-1"1412,4 2 1,4-3-1,10-1-208,5 0 0,6-2 0,12-4 0,3 0 16,4 0-1578,3 0 1,1 0 0,0 0 0,1 0 0,0 0 357,3 0 0,15 6 0,7 1 0</inkml:trace>
  <inkml:trace contextRef="#ctx0" brushRef="#br0">25381 12725 7974,'-12'5'272,"0"2"0,1 1 1,1 1-1,3 0 446,2 2 0,0 7 0,5 3 0,0 4-185,0 4-441,0 2 1,0 14 0,0 1 0,2 4 0,1-2 0,1-1 0,-2-3 704,0-2-1057,-2-4 1,0-6 0,0-5 259,0-5 0,5-37 0,2-14 0</inkml:trace>
  <inkml:trace contextRef="#ctx0" brushRef="#br0">25381 12700 7974,'-19'-6'157,"1"4"0,6-5 0,1 0 2305,2 0-2013,4 4 1,6-6 0,3 3 0,6-1 0,4-1 0,4 0 0,1 1 1710,3 1-2195,2-3 1,0 7 0,0-2-1,-2 3 1,-3 1 0,-1 0 0,-3 3-128,-1 5-72,-2 0 1,-5 17 0,-2-2-1,-5 6 1,-6 3 0,-5 4-1,-6 2-1049,-2 4 1170,-2-1 0,1-8 0,-1-1 0,-1-2 0,0-2 1,1-4-1,5-4-1703,2-8 1816,7-5 0,18-23 0,10-5 0</inkml:trace>
  <inkml:trace contextRef="#ctx0" brushRef="#br0">25642 13097 7974,'-24'16'291,"4"1"1,3-2 692,3-1 1,3 2 0,3 2 0,3 0 298,-1 0-1356,5-1 0,-5-1 0,6 2 0,0 0 0,2-1 0,0-5-1148,3-2 1192,-1-8 1,-4 3 0,0-10-1,0-3 1,0-4 0,0-5 0,0-3 953,0-4-440,0-1 1,0 0 0,0 1 0,0-1-1,0 1 1,1 2 0,2 3 1922,1 1-2437,6 2 0,-2 3 1,7 2-1,3 3 1,3 4-1,3 2 1,7 4-3528,5 2 3556,-7 3 0,8 15 0,5 7 0,-2 1 0,0 0 0</inkml:trace>
  <inkml:trace contextRef="#ctx0" brushRef="#br0">26287 12601 8135,'-18'5'77,"4"-2"0,-2 5 0,1 2 0,-1 1 0,0 3 0,1 1 1,1 3 604,2 1 0,-1 6 1,1 5-1,-1 3 37,1 6-662,0 4 1,3 8-1,2 2 1,2 4 0,2-1-1,3-3 1,4-6 56,4-6 1,5-7-79,3-1 0,0-6 0,4-3 0,2-6 1,2-5-1,2-4-290,3 0 1,-3-7-233,3 3 0,-3-5 0,-1-5 486,0-3 0,-6-47 0,-1-12 0</inkml:trace>
  <inkml:trace contextRef="#ctx0" brushRef="#br0">26485 12750 8045,'-12'0'686,"4"0"1,1 1 324,1 3 1,2 3 0,4 7 0,2 2-549,2 5 1,0 4 0,7 5 0,3 7-442,-1 7 1,7 5-1,0 0 1,4-1-424,1-2 1,-5-3 0,1-9 0,1-4-1908,2-5 1,-1-14 2307,-2-2 0,-6-41 0,-1-16 0,-1-4 0,0 0 0</inkml:trace>
  <inkml:trace contextRef="#ctx0" brushRef="#br0">26870 12650 8045,'-32'-6'0,"3"1"681,3 4 1,6 2-1,0 4 1,1 3 320,0 3 1,5 5 0,0 2 0,4 2 721,1 2-1719,3 1 0,-5 7 0,3 5 0,-3 3 0,-1 6 0,-1 5 0,1 4-1988,-1 3 1587,-5-1 0,5-10 0,-4-1 0,3-2 0,2-7 0,1-6 396,3-7 0,2-20 0,6-10 0</inkml:trace>
  <inkml:trace contextRef="#ctx0" brushRef="#br0">26870 12799 8117,'-19'8'793,"2"1"0,10-6 0,7 1 1,9-3-238,6-1 0,4 0 0,6-1 0,-2-2-852,-2-1 0,2-2 1,-3 3-1,0-1-437,1 2 0,-6 0 733,2 2 0,-15 22 0,-3 6 0</inkml:trace>
  <inkml:trace contextRef="#ctx0" brushRef="#br0">26907 13097 8117,'-23'12'237,"2"1"949,5-1-719,7-5 1,7-2-1,8-5 1,8-1-1,6-2 1,4-2-1,4-2 1356,-1-3-2705,0-1 0,-7 3 0,1 0 0,1-1 882,2 3 0,6-16 0,2 1 0</inkml:trace>
  <inkml:trace contextRef="#ctx0" brushRef="#br0">27155 12799 7867,'-12'7'1719,"5"-1"0,3-5 0,8 2-1154,4 1 0,3 1 1,2 0-1,1 3-327,2 3-297,3 7 1,6 1 0,0 7-1,0 3 1,-2 4 0,-1 3-1,-1 1-1468,1 0 1050,-4-5 1,0-2 0,-6-6 0,1-3 0,-1-5-3111,0-2 3587,1-13 0,-6-52 0,-4 14 0,-1 0 0</inkml:trace>
  <inkml:trace contextRef="#ctx0" brushRef="#br0">27552 12737 8105,'-19'4'598,"2"0"1,2 5 0,0-4-1,-1 2 140,0 3 0,1-3 0,0 2 0,-1 4 880,0 2-1605,-3 7 0,5-3 0,-4 7 0,2 3 0,-2 6 0,0 3 0,0 4-2410,3-2 1531,1-2 1,3-6 865,3-3 0,2 3 0,6-1 0</inkml:trace>
  <inkml:trace contextRef="#ctx0" brushRef="#br0">27652 12539 8026,'0'-8'-151,"0"-1"1834,0 0 1,0 2-369,0-2 533,0 7-163,0-4-1583,0 6 0,1 2 1,3 2-1,3 4 1,1 3 109,1 1-200,-7 1 0,5 3 0,-4 2 0,2 2 1,1 2-1,1 2 0,-2 4 411,1 1-324,-2 11 0,0-6 0,0 13 0,-1 3 0,-2 3 0,-1 4 0,-1 1 198,-3-2-592,-3-1 1,-5-2 0,-1-2 0,-1-6 0,-1-3 0,-1-7 0,-1 0-3653,-1-3 3243,4-2 704,-3-11 0,-23-12 0,-7-8 0</inkml:trace>
  <inkml:trace contextRef="#ctx0" brushRef="#br0">28173 12960 8188,'-6'9'488,"-2"-1"1,-3-1 0,0 3-1,1-2 1,3 1 965,2 2 1,2-4-1518,7-3-125,3-2 1,4-4 0,-1 0 0,-3-4 0,-1 1 0,0-2-2967,-1 0 2531,0-1 623,0 1 0,-9-26 0,3-2 0</inkml:trace>
  <inkml:trace contextRef="#ctx0" brushRef="#br0">28545 12638 8099,'-13'0'667,"1"0"1,0 0-1,-1 1 236,1 4 0,3 1 0,3 7 0,0 1 743,3 2-1492,2 3 1,1 8-1,0 3 1,1 8 0,2 11-1,3 9 1,-1 5-437,1 3 114,-2-30 1,1 0 0,1 31 0,-2-31-1,0-1 1,2 29 0,-2-6 0,1-8 0,2-9-3056,3-6 2787,1-11 0,-3-11 0,0-10 0,2-8 0,1-10 0,1-11 436,1-10 0,-9-3 0,-1-6 0,-1-1 0,1 0 0</inkml:trace>
  <inkml:trace contextRef="#ctx0" brushRef="#br0">28644 12712 8099,'-12'-37'-142,"1"1"0,1 5 0,3 6 3386,2 7-949,0 10-1981,5 2 0,6 10 0,1 2 1,1 1-1,0 1 0,2 0 1,2 1 40,5 0 0,-3 2 1,2 2-1,-3 0-389,-5 4 1,3 2 0,-4 5 0,0-2-576,-3-2 354,-3 1 1,-2 8-1,-3 0 1,-5-2-1,-2 0 1,-2-3-1,-3 0-1182,0-3 1045,-1-4 0,1-4 0,-1-2 392,2-3 0,18-46 0,5-18 0</inkml:trace>
  <inkml:trace contextRef="#ctx0" brushRef="#br0">28842 13022 8123,'-16'21'426,"-1"0"1,1-6 0,5 1 0,1-2 223,2-1 0,5-1 1,0 0-1,5 1-470,2-1 0,6 1 1,-4-1-1,3 0-269,-1 1 1,-4-1 0,3 1 0,-1-1-652,-4 1 736,0-7 1,-2 3 0,0-9 0,0-7 849,0-7-730,0-5 0,0-7 0,1-2 0,2-2 0,2-1 0,2 0 0,3 0 1272,1 1-1663,7 1 0,-3 8 0,6 3 0,1 5 0,3 6 0,2 5 275,2 7 0,1 27 0,2 14 0,1 5 0,0 0 0</inkml:trace>
  <inkml:trace contextRef="#ctx0" brushRef="#br0">29426 12638 8130,'-18'-6'415,"4"4"1,-3-5-1,5 0 1,2 1 1797,2 1 1,5-1-637,-1 2-1445,-3 3 0,4-3 0,-3 8 0,-1 6 0,0 5 0,-2 7 0,1 7-77,0 8-88,0 6 0,-5 13 0,2 7 0,6-27 1,1 0-1,0 3 0,1 1 0,0 0 1,0 0-1,2 0 0,-1 0-315,1-1 0,1-1 221,6 26 0,0-1 0,8-18 1,3-11-1,3-9 0,4-10 1,2-5-591,3-6 203,3-8 0,1-8 0,0-10 514,1-6 0,-12-11 0,-2-9 0,2-5 0,0 0 0</inkml:trace>
  <inkml:trace contextRef="#ctx0" brushRef="#br0">29698 12626 8154,'-5'-7'828,"-3"3"1,1 2 0,-1 2 0,5 2 1,-1 2-685,2 4 0,4 4 0,0 5 0,4 4 0,1 3 0,2 7 1,2 6-1,2 8 0,1 8-396,2 5 1,-2 1 0,3 0-1,-4-2-1754,0-2 1547,-6-7 1,4-11-1,-4-9 458,-1-6 0,0-43 0,-6-15 0</inkml:trace>
  <inkml:trace contextRef="#ctx0" brushRef="#br0">30046 12700 8139,'-15'-8'128,"2"-1"0,-3 5 1,5-3 2066,-4 2-1696,-2 1 0,9 4 1,-1 0-1,0 1 0,-2 3 1576,-2 5-1939,1 2 1,-5 7-1,-1 2 1,-1 4-1,-3 3 1,-1 5-1,-3 8 402,-3 7-973,2 0 0,-3 12 0,7-5 1,2-2-1,4-2 0,5-8 0,4-9 435,4-11 0,41-62 0,-13 12 0,0 0 0</inkml:trace>
  <inkml:trace contextRef="#ctx0" brushRef="#br0">30120 12836 8052,'-12'2'252,"-1"2"0,1-3 0,0 3 0,-1-2 927,1-2 0,-1 4-852,1 0 1,6 0 0,6-4-1,9-1 1,5-2 0,3-2-1,3-2 1,2-2 593,1 3-1288,2-5 1,0 8 0,-2-4-1,-2 1 1,-4 4 0,-4 0-1,0 2-4212,-1 0 4579,-5 0 0,-20 24 0,-13 13 0,-1 1 0,-1 0 0</inkml:trace>
  <inkml:trace contextRef="#ctx0" brushRef="#br0">30071 13060 8042,'-20'8'241,"4"0"1,8 0 113,3 5 1,10-6-1,4-3 1,6-3-199,6-1 0,2 0 0,2 0 0,0 0-870,0 0 1,-2 0-1,-1 0 713,-1 0 0,0 0 0,4 0 0</inkml:trace>
  <inkml:trace contextRef="#ctx0" brushRef="#br0">30505 12700 8042,'-29'0'0,"1"1"580,5 4 0,4-3 0,6 5 0,2 0 444,3 0 0,2 1 0,6 5 0,0-1-671,0 0 0,2 6 0,2 3 1,3 4-535,0 4 0,2-2 0,-3 5 0,-1 0-422,1-1 1,2-4-1,-2-3 1,-1-6 99,1-4 0,3-3 1,0-3 405,2-4 1,1-8 0,0-5-1,1-6 124,-1-6 1,-1-3 0,-1 1-1,-3 1-17,-2 1 0,-1 5 0,-4-4 0,0 3-73,0 1 317,0 3 0,0 0 0,0 1-217,0-1 0,-5 7 0,-2 3-481,0 6 1,-3-1-1,6 7 1,0-1-522,-1-1 0,3 4 965,-2-3 0,3 9 0,1 2 0</inkml:trace>
  <inkml:trace contextRef="#ctx0" brushRef="#br0">29736 12526 7954,'-13'2'0,"-1"1"-238,-2 1 1,5 4 0,-3-3 0,2 1 812,2-1 977,6 5 0,0-9 1,8 5-37,4-1-1287,-2-3 0,1 8 0,-5-5 0,3 2 0,-3 4 0,0 3 0,-1 4 646,3 1-866,-2 2 1,3 3 0,-5 1-1,1 0 1,2-2 0,1-1 0,0-1-16,2 1-155,-5 2 0,9-1 0,-4-2 0,-1-5 0,2-2 1,0-2-684,2 1 0,2-6 0,2-5 0,-1-4-718,1-7 992,-1-7 1,-1-3 0,-1-6 0,-2 0 569,2 0 0,1-38 0,-5 26 0,0 1 0</inkml:trace>
  <inkml:trace contextRef="#ctx0" brushRef="#br0">30033 12638 8020,'-12'0'77,"0"0"0,-1 4 0,1 0 1494,-1-1 0,1 3-657,0-2 1,3 4-757,1-4 0,4 6 0,-3-2-222,1 3 0,-3 6 0,1 0 1,-3 3 22,-2 2 1,-3 1-1,-2 3 1,-2 3-242,-2 4 1,3 2 0,0-2 0,1-4 175,3-3 1,1-3-1,3-2 1,3-4-62,3-4 0,4-7-217,1-6 1,1-6-1,2-6 352,1 0 0,2 1 1,-3 1 2021,1 2-1402,0 5 0,-6-1 1,0 8-143,-2 4 1,-1 3 0,4 2 0,-2-1-135,-1 0 1,0 1 0,4-1 0,0 2-274,0 3 1,0-4-1,0 5 1,0 0 37,0 3 1,0 2 0,0 2 0,0 0 10,0 0 0,0 4 0,0 1 1,0 2-291,0 2 0,0-4 0,1-1 0,2-2-538,1-3 0,2-4 1,-3-4-1,2-3 740,2-5 0,12-58 0,-6 16 0,0-1 0</inkml:trace>
  <inkml:trace contextRef="#ctx0" brushRef="#br0">30381 12712 8106,'-9'-1'881,"1"-2"139,-1-1 1,-1 6-1,2 6 300,4 3-1257,2 1 0,2 2 1,0 1-1,0 3 0,2 1 1,0 3-1,4 2-137,1 1-31,1-1 1,8 1 0,1-1-1,0-2 1,-1-3 0,2-2-1,1-6-1235,3-6 1259,-4-4 0,4-1 0,-4-2 0,0-7 0,-1-7 0,-5-8 0,-2-3 394,-1-2-138,-3-5 1,-1 7-1,-5-2 1,0 3-1,0 1 1,0-1 0,0 0 171,0 1 1,0-2 0,0 7-1,0 1 191,0 3-486,0 2 1,0 8 0,0 6 0,0 9-145,0 6 26,0 4 0,0 7 1,-1 2-1,-2 2 0,-2 2 1,-1 2-1,1 2-14,2 1 0,-2 0 1,0 1-1,3-1 72,0 0 0,-2 4 0,0 1 0,1-2 46,2-2 0,-3 4 0,0-1 0,-1-1 67,0-1 0,-2-6 0,-7-2 0,-1 0 47,-1-4 0,-2-6 0,2-5 0,0-3-130,1-5 1,-3-4-1,1-8 1,2-4-207,1-3 0,3-11 184,3-3 0,6-29 0,4-13 0,0 19 0,1 1 0,-1 0 0</inkml:trace>
  <inkml:trace contextRef="#ctx0" brushRef="#br0">30865 12514 8106,'-13'1'259,"1"3"0,3 2 0,3 4 2158,0-2 1,3 0-1995,7 5 0,5-1 0,6 0 0,3 2 0,0 3 0,1 3 0,-1 4 0,1 2 1,-2 3-29,-3 4-315,1 8 1,-14 3 0,2 7 0,-6 3 0,-5 4 0,-5 1 0,-4 1 356,-8-3-658,0-4 0,-5 2 1,5-7-1,1-2 1,2-6-1,3-5 1,1-2 220,3 2 0,-37 12 0,21-22 0,1 1 0</inkml:trace>
  <inkml:trace contextRef="#ctx0" brushRef="#br0">15718 14337 7959,'-13'0'330,"1"0"0,4 0 0,-1 0 1785,0 0-940,3 0-1083,1 6 1,5 1-1,0 6 1,0 4 0,0 4-1,0 3 1,0 4 172,0 1-371,0 5 1,0 2 0,0 7 0,1 0-1,2-1 1,1-3 0,0-5-1636,1-5 1313,-3-3 0,5-8 0,-3-5 428,4-8 0,1-32 0,-1-16 0,1-2 0,1 0 0</inkml:trace>
  <inkml:trace contextRef="#ctx0" brushRef="#br0">15780 14288 7976,'-20'12'204,"-2"-1"1,6-3 2874,1-4-2512,6-2 1,9-4 0,10 0 0,4-4-387,2-1 1,5-1 0,-3-4 0,0-1-150,0 1 1,2-1 0,-2 2-1,0 2-388,0 0 0,-1 5 0,-4-3 0,3 2-779,0 2 1,1 2 1134,-5 1 0,-20 26 0,-10 14 0,0 1 0,0 1 0</inkml:trace>
  <inkml:trace contextRef="#ctx0" brushRef="#br0">15792 14598 7976,'-19'5'1141,"5"-4"-240,6 4 0,6-5 1,2-5-1,9-4-485,6-6 0,-1 1 1,2-3-1,-2 4-462,-2 0 0,1 5 1,-1 1-1,0 1-1676,1 4 0,-1 0 1722,1 2 0,-18 36 0,-11 17 0,2 2 0,-1 0 0</inkml:trace>
  <inkml:trace contextRef="#ctx0" brushRef="#br0">15755 14858 7976,'-19'12'0,"2"-1"627,3-2 0,9 0 266,5-5 0,7 1 0,9-7 1,5-3-746,2-8 1,2 0 0,1-7-1,2 1-877,1 0 0,-2 4 729,-6-2 0,13-13 0,0-3 0</inkml:trace>
  <inkml:trace contextRef="#ctx0" brushRef="#br0">16152 14412 7976,'-24'6'1404,"4"-1"-330,3-4-677,9-1 0,5-1 0,11-4 0,9-3 0,4-4 1,2-3-294,2-2 1,-3-1-1,8 3 1,-2-2-1000,-3 2 1,2 3-1,-8 2 1,2 2-1649,0-2 2233,-6 5 1,-3 1-1,-9 8 1,-6 4 309,-5 3 0,-8 3 0,-5 1 0,-4 3 92,-4 1 1,2 2 0,-5 4 0,2 0 1000,2-1 1,2 3 0,1 0 0,3 2-179,5-1 1,2-1 0,11 1 0,1 2-697,2 2 1,1-3 0,0 2 0,1 0-215,3-4 0,2 1 1,4-1-1,-3 2-11,-2-1 0,1-6 0,-4-3 0,4-1 210,1-3 1,-3-1 0,4-3 0,2-3-101,1-4 1,1-2 0,1-2 0,-1 0-161,0 0 0,6-4 1,2-2-1,0-1-693,1-2 0,0-2 1,2-2-1,-1 1 749,-1-1 0,16-16 0,9-4 0</inkml:trace>
  <inkml:trace contextRef="#ctx0" brushRef="#br0">16487 14486 7995,'-13'0'648,"1"0"0,0 0 0,-1 0 0,2 1 254,3 3 0,2-1 1,6 5-1,0 2-548,0 1-332,6 2 1,-1-1-1,6 2 1,0 2 0,3 5-1,1 2 1,2 2-785,-1 0 385,1 0 0,0 0 0,-1-1 0,-1 3 1,0-1-1,-1 0 0,0-3-2262,-3 1 2143,-1-6 1,2 0 495,0-6 0,1-49 0,-1-13 0</inkml:trace>
  <inkml:trace contextRef="#ctx0" brushRef="#br0">16846 14498 7953,'-19'0'141,"3"0"0,-2 2 1,0 0-1,-1 4 2798,-4 1-2308,0 7 0,2 1 1,1 4-1,-1 0 1,0 1-1,2 0 0,1 1 1345,3 0-2186,1-1 1,0 7-1,1 0 1,-1 2-1,3-1 1,1-2 0,2-1-544,0-1 0,1 0 0,-2-2 1,5-3 752,3-1 0,23-34 0,6-13 0</inkml:trace>
  <inkml:trace contextRef="#ctx0" brushRef="#br0">16958 14672 7953,'-25'18'559,"1"0"0,0 2 0,2-3 1293,1-3 1,12-6-1602,0 0 1,9-5-1,9 0 1,6-6-931,3-5 679,5-3 0,19-13 0,10-2 0</inkml:trace>
  <inkml:trace contextRef="#ctx0" brushRef="#br0">17231 14412 7953,'-16'0'0,"-1"0"0,2 0 1144,1 0 0,6 0 1,2 0-1,3 1 206,5 3-1449,6 3 1,-1 7 0,5 1 0,2 3 0,1 0-1,3 1 1,2-1-1450,2 0 1,-3-3 995,2-7 1,-1-2 0,4-6 0,-2 0-1,-3-2 1,0-2 412,1-4 1,-5-9 0,0-3 120,-5-4 0,-1 1 0,-5 1 0,-1 3 0,-1 1 1267,-2 2 0,0 3-261,0 0 0,-6 6 0,-2 3 0,-3 4 0,-2 4-462,1 5 1,0 6-1,-1 3-902,1 1 0,-1 2 1,0 4-1,-3-1 0,-2 3-582,-1 1 1,3 0 699,-5 5 0,4-5 0,-2 1 0,1-5 0,3-2 0,1-4-266,2-4 728,5 1 0,3-13 0,8 2 0,4-4 0,5-3 0,2-2 225,1-2 1,5 0-1,-4-2 1,-2 5-350,-2 3 0,0 1 1,-1 1-98,1 3 1,-6 3-1,-3 6 1,-3 1-67,-1 2 0,0-1 1,-1 6-1,-2 0-248,-1-2 1,-2 3 0,4-6 0,-3 0-1769,3-3 2099,0-6 0,13-18 0,3-9 0</inkml:trace>
  <inkml:trace contextRef="#ctx0" brushRef="#br0">17628 14374 7990,'-12'0'1473,"3"-4"1629,1 0-2407,5 0 0,-2 5 1,6 2-1,3 1 535,5-1-1194,2 4 1,1-4-1,0 3 1,2 1 0,1 0-1,3 2 1,0-1 48,0 0-110,-1 6 0,-5 1 0,0 4 1,1 1-1,-2 0 0,-1 6 0,-4 6 19,0 4 5,-2 1 1,-4 0-1,-1 1 1,-2-3 0,-3 0-1,1-3 1,-1-2-407,4-3 489,-5 0 0,4-8 0,-5-3 0,-1 0 0,1-3 0,0 1 0,-2-4 419,-1-3 0,-3-2 1,-1-2-1,-1 1-176,1-1 0,-3-2 0,1-1 0,2 0-302,1 0 0,2 0 0,-1-1-23,1-3 0,0-14 0,-1-8 0</inkml:trace>
  <inkml:trace contextRef="#ctx0" brushRef="#br0">18261 14536 7946,'-9'4'2828,"1"0"-2255,5 0 1,-1-4-1,8 0 624,5 0-1021,2-6 1,2 4 0,3-5 0,2 0 0,-1 1 0,3-1 0,-2 2-187,0-1 1,2 1-223,-3 1 1,4 2 0,-5-2 0,-1 3-1,-1 1 1,-2 0-1066,1 0 1297,-1 0 0,-21 33 0,-7 8 0</inkml:trace>
  <inkml:trace contextRef="#ctx0" brushRef="#br0">18261 14796 7946,'-20'7'473,"2"0"2002,6-3-2085,5-3 0,3 5 0,10-6 0,6-2 0,7-2 0,6-4 0,3-2 3253,1 2-3758,5-3 0,-8 8 0,5-4 0,-2 1 0,-1 0 1,1 1 114,2 2 0,6-4 0,7 0 0</inkml:trace>
  <inkml:trace contextRef="#ctx0" brushRef="#br0">19005 14188 8098,'-18'0'470,"4"4"0,-2 1 0,2-3 0,2 0 523,-1-2 0,8 0 0,5 0 0,7 0-314,4 0-695,7-6 0,1 3 1,6-3-1,-1-1 0,1 1 1,-1-1-1,-2 2-709,-2-1 0,1 2 91,4 4 0,-2-1 1,-1-2-1,-2-1 0,-2 1 634,-3 2 0,-46 23 0,-11 5 0</inkml:trace>
  <inkml:trace contextRef="#ctx0" brushRef="#br0">19042 14263 7956,'-16'12'0,"-2"1"310,-2-1 1,5-4 0,-1 0 0,2 1 863,2-2 1,3 4-1,1-3 397,-2 3-1384,5-4 0,-1 4 0,6-3 1,0 3 210,0 2-410,6-1 0,-3 0 0,4 1 0,-1-1 1,1 1-1,2-1 0,-1 0-151,0 1 1,-4-5 0,5 0-2,0 2 145,2-5 1,-3 5 0,1-4-507,0 0 290,-3-3 0,-1 8 0,-5-2 0,-1 0 0,-3 1 0,-4-2-76,-3 2 1,-7 1-1,-2 1 1,0 1 485,-1-1 1,2-4 0,-2 1 0,5-1 1288,2-1-1170,7-2 1,8-5 0,12-1 0,5-2-157,1-1 0,3-4 0,-4 2 0,0 1-38,0-1 1,-2-2 0,-3 4-1,-1 1 180,0 2 0,1 1 0,-1 0-62,1 0 0,-5 0 0,0-2 0,2-1-262,1-1 1,1 0 0,2 3-1,3-2-153,3-1 0,4-6 0,3 2 0,5-3-318,5-1 0,3-1 1,-3 1-1,1-1-1121,-1 1 1636,0 0 0,-16 16 0,-5 4 0</inkml:trace>
  <inkml:trace contextRef="#ctx0" brushRef="#br0">18968 14908 7967,'-13'7'-205,"1"-2"0,0-5 0,-1 0 1034,1 0 0,4 0 231,-1 0-376,1 6-270,1-5-464,2 4 105,5-5 102,5 0-76,2 0 0,5 0 0,1 0 0,-1 0 1,1 0-71,-1 0 61,-5 0 0,4 2-60,-3 2 0,3-1 0,2 4 1,-1-1-271,0 1 143,-5 2 0,4-1-249,-2 0 0,-2-1 1,1 3-206,1-2 0,-2-5 0,0 2-280,-1 1-42,3-5 891,-7 5 0,-2-34 0,-7-6 0</inkml:trace>
  <inkml:trace contextRef="#ctx0" brushRef="#br0">19154 14808 7967,'-21'20'0,"1"-4"616,4 4 1,0-7 0,6 4 407,2-3-693,5-2 1,-4-4 0,5 1 304,-3 0-997,1-3 1,4 5 0,0-3 362,0 3 1,0 1 0,0 1-694,0-1 1,0 1 0,0-1-1168,0 0 1047,-5-5 811,3 4 0,-14-15 0,2 3 0</inkml:trace>
  <inkml:trace contextRef="#ctx0" brushRef="#br0">19315 15032 7967,'-25'5'0,"6"-3"0,-3 3 3265,5-5-2086,6 0-1041,6 0 0,6 0-465,3 0 0,2 1 1,2 4-486,-4 3 486,-2 3 224,3 1 0,-3 2 102,2 3 0,-30 2 0,-9 6 0</inkml:trace>
  <inkml:trace contextRef="#ctx0" brushRef="#br0">19526 14808 7948,'-12'0'-244,"-1"0"0,1 0 1,-1 0-1,1 0 533,0 0 402,5 6 1,0-3-239,3 5-453,2 0 222,-3 5-363,10-1 0,-2 2 1,4 1-101,-2 1 1,5 5 0,-2-4 66,3-2 106,2-1 1,-5 1 0,0-1-156,2-3 1,1-7 36,1 0 362,1-3-207,-6-6 0,0-2 44,-3-6 0,-3 0 0,5-3 0,-2 0 10,0 1 0,0-3 0,-4 0-20,0-1 77,0 4 0,1-3 0,2 5 0,1 1 293,-1-1 1,-2 5-89,-1 0 1,0 6 0,0 2 0,0 9 575,0 6-609,0-1 0,0 13-184,0-2 77,0 8 1,0-5 38,0 5 0,0 4 0,0 4 168,0-1-91,0-1 1,0-6-66,0 0 0,-1-3 37,-3-1 0,1-1 0,-4-12 129,2 0-319,-5-8-47,9 3-313,-10-10 1,5 3-1,-3-8 1,2-4 316,1-3 0,-3-29 0,2-7 0</inkml:trace>
  <inkml:trace contextRef="#ctx0" brushRef="#br0">20134 14263 8008,'-12'0'347,"3"-2"1,1 0-1,0-4 1,-1 1 2673,1-1-819,5 2-1296,-2-2 0,6 9-815,3-3 1,3 8 0,6 1 0,-1 2 0,1 2 0,-1 4-699,0 4 1,2 2 192,3 2 1,-4 0 0,4 1 0,-2 1 0,0 4 0,2-1-797,-2 0 1,-1-1 545,-2-4 1,-4-1 663,1-4 0,-12-40 0,2-16 0</inkml:trace>
  <inkml:trace contextRef="#ctx0" brushRef="#br0">20494 14213 8008,'-36'12'0,"1"2"0,4 3 637,0 3 1,-3 4 0,2 2 0,0 2 2979,4 1-3337,1 0 1,8-5 0,1 1 0,3 0 0,1 0 0,5 0 0,0-1-266,2 1 0,5 0 1,-4-2-1,2-2-1292,0-4 1,0-4-2228,4 0 3504,5-6 0,13-24 0,8-10 0</inkml:trace>
  <inkml:trace contextRef="#ctx0" brushRef="#br0">20605 14362 8410,'-31'21'457,"2"-1"1,2 1-1,4 2 1,2-2-323,5-4 0,8-8 0,5-2 0,6-1-370,5-4 235,8 0 0,11-20 0,4-8 0,6-2 0,-1 1 0</inkml:trace>
  <inkml:trace contextRef="#ctx0" brushRef="#br0">20791 14250 7965,'-12'0'300,"0"0"1,-1 0 998,1 0-631,-1 0 0,6 2 125,3 2-748,3 3 0,1 1 1,1 0-1,2 2 1,1 1-1,0 1 1,1 2 178,-1 3-189,0-4 0,-3 9 0,2-5 0,2-2 0,1-1 0,1-2 170,0 1-222,1-6 0,4-2 0,1-5 0,1-1 1,1-3-1,1-6-964,-1-5 787,-1 1 0,0-9 1,1 2-1,2-2 1,-2-2-1,-1 1 1,-2 2-762,0 2 1294,-5 4 0,3-2 1,-6 9-1,-2 6 673,-5 11-678,1 9 0,-9 9 0,3 3 0,-3 4 0,0 3 0,1 3 0,4 0 636,0 3-878,-4-1 1,8-2 0,-5 1 0,1 0-1,2-3 1,0-4 0,-2-4 234,0-6 1,1 2-1,-3-7 1,-2-1-119,-1-5 1,-1-8-1,0 0 1,-1-2-314,1-2 1,-1-2-1,1-1 1,0-2-1319,-1-2 0,1-1 1422,-1-5 0,-27-43 0,17 22 0,0 0 0</inkml:trace>
  <inkml:trace contextRef="#ctx0" brushRef="#br0">21201 14523 8185,'-17'0'0,"1"0"1576,1 0-590,1 0 1,7-1-785,3-3 0,2 1 0,4-4 0,2 1 0,4 4 0,3 0 1,2 2-1,-1 0 26,0 0-737,1 6 1,-1-5 0,-1 5 0,-1-2 508,-2 0 0,-5-5 0,2-6 0</inkml:trace>
  <inkml:trace contextRef="#ctx0" brushRef="#br0">21623 14238 8019,'-18'0'368,"-3"0"0,2 1 0,-1 2 0,2 1 1175,3-1-1190,2 4 1,1-4-1,3 5 1,2 1-1,1 3 1,4 1 0,0 2 483,2 2-940,6 5 0,-1 3 0,5 8 0,-3 3 0,0 1 0,0 0 1,1 2-469,-1 2 1,0-6-33,-3 2 0,-3-8 1,5-2-1,-2-5 603,0-5 0,0-59 0,-4-14 0</inkml:trace>
  <inkml:trace contextRef="#ctx0" brushRef="#br0">21635 14176 8103,'-12'0'568,"-1"-4"1,1-2 1943,-1-1-2228,6 5 1,2-5-1,6 3 1,3-3-1,3-2 1,3 3 523,2 0-833,-2 2 1,8 4 0,-6 0 0,1 0 0,-1 1 0,1 3 0,-2 5-1125,-3 2 951,-3 1 1,0 2 0,-1 1 0,-2 3 0,0 1 0,-4 2 0,-2 0-301,-4-1 494,-3 1 1,-6 2 0,0-1 0,-3-1 0,0 0 0,0-2 0,4-2 3,2-4 0,18-6 0,4-1 0</inkml:trace>
  <inkml:trace contextRef="#ctx0" brushRef="#br0">21784 14486 7960,'-19'12'0,"2"-1"424,3-2 1,2 2-1,-1-4 898,1-1-1157,5 5 0,3-9 0,8 2-735,4-3 0,3-6 1,0-3-407,-2-3 959,-4-2 1,-1 1-1,0-1 1,-1 1-1,-1 0 1,-2-1 680,0 1-304,0-1 0,1 2 0,2 2 0,1 0 451,-1 0 1,4 3 0,1 2 147,3 3-1054,-4 1 0,4 0 0,-2 0 1,5 0-1,3 0 0,-1 1 1,1 2 94,-1 1 0,23 11 0,1-1 0</inkml:trace>
  <inkml:trace contextRef="#ctx0" brushRef="#br0">22193 14064 7990,'-12'0'318,"-1"0"1,1 0 1305,0 0-1176,5 0 0,1-1 0,6-3 675,0-5-1054,-5 4 1,3 1-1,-3 8 1,1 6 0,-2 5-1,1 5-30,-1 4 1,1 8-1,0 5-98,-3 7 1,3 0 0,1 1 0,2 2 0,2 2 2,0 0 1,2-2 0,2-4-63,4-6 1,-1-12-1,2-3 1,4-6-1,2-6-265,0-3 1,-1-3 0,-2-4 0,1-1 0,-1-2 382,1-1 0,-1 0 0,0 4 0</inkml:trace>
  <inkml:trace contextRef="#ctx0" brushRef="#br0">22367 14126 7990,'-13'0'205,"1"0"1,0 0 0,-1 0 1122,1 0 0,6 6 0,6 2-338,7 3-979,4 1 0,3 6 0,1 3 0,3 2 0,0 4 0,1 2 0,-1 4-228,0 3-167,4 1 0,-7-4 0,5-2 0,-2 1 0,-3-1 0,-1-3 0,-2-4-3531,0-6 3413,-5-10 502,4-2 0,-4-56 0,6-12 0</inkml:trace>
  <inkml:trace contextRef="#ctx0" brushRef="#br0">22652 14201 7990,'-4'-13'0,"-1"1"0,-1-1 458,1 1 1,-5 5 0,2 2 296,-3-1 1,-2 6-1,2 0 1,2 7 783,0 4-1433,1 1 1,-4 2-1,-1 1 1,1 3 0,-2 3-1,-1 4 1,-3 2-115,-1 1 1,3 4-1,-1 1 1,0 3-440,0 1 0,1 0 1,3 0-1,2-1-951,3-3 0,3-4 1398,5-8 0,11-25 0,2-12 0</inkml:trace>
  <inkml:trace contextRef="#ctx0" brushRef="#br0">22739 14225 8252,'-12'12'813,"-1"-4"1,1 1-24,-1-4 1,8-1 0,4-6-1,6 0-1033,6-3 1,-1-4 0,6 2 0,-1-1 242,2-1 0,13 29 0,9 2 0</inkml:trace>
  <inkml:trace contextRef="#ctx0" brushRef="#br0">22739 14486 7990,'-19'18'259,"1"-9"0,5 4 927,1-2 1,7-6 0,6-2-892,10-6 1,3-3 0,6-8 0,2 0-450,2 2 0,-1-4 154,-2 8 0,24-8 0,2-4 0</inkml:trace>
  <inkml:trace contextRef="#ctx0" brushRef="#br0">23062 14250 7990,'-13'0'103,"1"0"1,-1 0 0,1 0 991,0 0 0,5 2 1,4 0-137,6 3-923,4 4 0,5-6 0,0 5 0,2 2 0,1 2 0,2 3 1,-1 3-117,2 2-73,2-5 1,-1 7 0,-3-4 0,-2 0 0,-1 0 0,0-3-1,3-1 153,0-2 0,-5-33 0,-5-8 0</inkml:trace>
  <inkml:trace contextRef="#ctx0" brushRef="#br0">23285 14263 7929,'-1'-17'203,"-4"1"0,3-1 0,-5 5 519,1-1 0,-3 6 0,0 3 820,-2 3-1470,-1 12 1,4-1 0,-1 10 0,0 2 0,-4 2 0,-2 2-1,-1 1-1027,0 2 772,-3 6 1,5-3-1,-2 3 183,2-2 0,-15 14 0,-4-1 0</inkml:trace>
  <inkml:trace contextRef="#ctx0" brushRef="#br0">23483 14486 7989,'-13'8'411,"-4"0"1,3 1-1,-1 3 534,5 1 1,1-1-1024,5 0 0,0 1 0,4-1 0,-2 1 0,-1-1 1,-1 0-1,0 1 0,0-1 0,0 1 78,1-1 0,-4 0 0,0 1 0</inkml:trace>
  <inkml:trace contextRef="#ctx0" brushRef="#br0">23769 14064 7952,'-13'0'369,"1"0"0,-1 0 725,1 0 0,4 2-718,0 2 1,5 3 0,-1 5 0,2 0 0,4 1-575,2-1 0,3 1 0,6-1-552,4 0 1,-2-3 0,4-2 0,-1-2 749,-2-2 0,12-22 0,7-10 0,2-2 0,0 0 0</inkml:trace>
  <inkml:trace contextRef="#ctx0" brushRef="#br0">23955 14052 7952,'8'-13'1635,"0"1"-942,-5 5 0,1 3 0,-8 8 0,-3 4 686,0 3-1367,-4 7 1,4-2 0,-5 4 0,0 2 0,-1 2-1,1 0 1,-1 1-267,1 0-186,0 0 0,-1 0 1,1 0-1,-1-1 1,1 1-1,1-1 1,1-4-1765,2-3 1960,5-9 1,-5-2 0,7-8 88,2-2 1,7 3 0,0-3 961,4 2 0,-6 4 1,0 2-1,-2 4-324,0 3 1,0 7 0,-4 1 0,0 3-420,0 3 1,0-3 0,0 8-1,0-1-326,0 0 0,0-4 0,0-4 0,0-1-1137,0 0 1399,0-2 0,6-56 0,1-11 0</inkml:trace>
  <inkml:trace contextRef="#ctx0" brushRef="#br0">24042 14312 7952,'-17'4'862,"1"1"1,3 3 1343,5-4-2107,11 0 1,-2-9 0,13-4 0,2-2 0,6-1 0,5 0 0,2 0-100,-2 4 0,27 3 0,5 5 0</inkml:trace>
  <inkml:trace contextRef="#ctx0" brushRef="#br0">24091 14474 7952,'-12'12'-129,"1"0"86,3 1 51,8-6-8,6-7 0,28-18 0,11-10 0,3-2 0,-1 0 0</inkml:trace>
  <inkml:trace contextRef="#ctx0" brushRef="#br0">24439 14225 7906,'-17'0'539,"1"0"0,-1 0 0,5 0 0,-1 0 1403,1 0-1475,5 0 0,1 2 0,6 2 1,0 6 587,0 5-1318,0 4 1,2 6 0,0 1-1,4 2 1,1 2 0,1 0-1,0 1-1269,1-4 1371,-1-6 0,4-5 0,2-6 0,1-3 0,2-3 0,-1-5 1,2-8-465,3-6 657,-3-4 1,5-7 0,-3-2 0,0-2 0,0 0 0,-2-1 0,-3 4 508,-2 1 1,-1 2 0,-4 3 176,-4 5 0,-3 9 1,-1 7 542,0 7-1151,-5 9 0,3 5 0,-3 7 1,1 2-1,0 0 0,1 1 1,1-2-174,2 1 0,0-4 0,0 4 0,0-1-633,0 0 1,-1 4 0,-3-4 0,-6-3 570,-5-4 1,0 2 0,-6-5-1,-1 0 126,-1-2 0,-1-3 0,2-2 0,2-1-244,-2-3 243,4-2 0,5-23 0,8-3 0</inkml:trace>
  <inkml:trace contextRef="#ctx0" brushRef="#br0">24910 13977 7773,'-1'7'1207,"-4"-3"0,4 3-195,-3 2 1,3-2-133,1 1-846,0 0 0,0 0 0,0 1 0,1 0 1,2 2-1,2 2 72,2-1 0,0 2-88,1 2 0,2 0 1,-6 6-1,0 2 0,0 7 1,0 3 94,-1 5 0,-3 8 0,-3 1-254,-1 4 1,-5 7-1,0-1 1,-3 3-1,-3-2-1243,-2-5 1,-1-2 1383,2-10 0,-14-1 0,-9-4 0</inkml:trace>
  <inkml:trace contextRef="#ctx0" brushRef="#br0">21759 15069 8078,'8'0'-406,"1"0"448,0 0 1,4-6-1,3-2 1,6-2 0,6 1-1,6 1 1,6-1 0,7 1 50,5 0 1,-1 5 0,3-1-1,-3 2-163,-1 2 118,-1 0 1,1 6 0,2 2 0,5 3 0,8 2 0,4-1 0,-33-6 0,-1 0 204,33 7 1,-3-6-1,-2-5 1,6-4-90,-30-2 0,1-1 0,0-2 1,1-2-1,4-1 0,1-1 1,-2 0-1,0-1-1059,-1-1 1,1 1 929,2 0 1,0-1 0,3 1 0,0-1-1,2 1 1,0 1 0,-2 1 0,-1 1-1,-4 1 1,0 2 0,-3 1 0,-1 2 0,0 0-1,0 0-130,1 1 0,1 1 0,0 1 0,0-1 0,-1 1 0,-1 0 0,-3 0 0,-1 0-91,28 0 1,-6-6 0,-5 0 0,5-3 22,3 1 1,0 1 0,-4-2 0,-4 2 228,-6 1 1,-12 3 0,-10 8 0,-7 3 130,-4 3 1,-6 1 0,-1 2 0,-1 1-202,-4 2 0,0-1 1,-2-2-1,0 1-839,0 2 843,0-1 0,0-3 0,0-1 0</inkml:trace>
  <inkml:trace contextRef="#ctx0" brushRef="#br0">22032 15342 7993,'-23'8'0,"2"-1"0,4 0 0,4 0 0,1 2 0,4 2 145,4 2 1,3 0-1,1 3 1,0 0 2876,0-1-2974,5 5 0,2-1 0,6 7 0,-2 3 0,-2 4 0,-2 2 1,0-1-754,0-1 480,1 0 0,-1-1 1,-1-5-1,-2-5 225,0-5 0,3-52 0,1-26 0,-1-2 0,0 0 0</inkml:trace>
  <inkml:trace contextRef="#ctx0" brushRef="#br0">22082 15317 7958,'-13'-11'498,"1"3"708,-1 2 1,8 7-1,5 4-586,7 3 1,4 2 0,3-1 0,1-2-545,1-1 0,2 3 0,-3-2 0,2 1-248,-2 1 0,-3-5 0,-2 4 0,-3 2-98,-2 1 1,0 2-1,-5 3 1,-2 0-268,-2-1 0,-3 5 0,-7-1 0,-1 0-837,-1-2 1374,-1-3 0,16-24 0,2-5 0</inkml:trace>
  <inkml:trace contextRef="#ctx0" brushRef="#br0">22305 15627 7950,'-21'23'333,"2"-1"1,1-1 182,3 1 0,5-4 0,3-1 0,2-4 56,2 0 0,2-5-595,1 0 1,5-1-514,3 1 1,-2-3-1,-1-10 366,1-3 0,-5-3 0,3-1 0,-2-1 274,-2 1 0,0-5 0,0 1 0,0-1 64,0-1 0,4 5 0,1-2 0,1 3 31,0 4 0,3 4 1,-1-3-480,3 2 0,3 1 1,1 5-1,2 3 280,-2 4 0,15 42 0,4 11 0</inkml:trace>
  <inkml:trace contextRef="#ctx0" brushRef="#br0">22714 15354 7991,'-19'11'0,"2"-1"259,4-2 1,0-1 0,2 3-1,2-2 389,0 1 0,7 4 0,-3 2-622,4 2 1,1 3 0,0-2-1,0 3 1,0 4 0,1 2 0,4 2-1,1 0 1,3 1-75,-1 2 58,0-10 1,5 6 0,-1-10-1,0 0 1,1-2 0,-1-4-1,1-3-876,-1-4 866,0-1 0,6-37 0,2-8 0</inkml:trace>
  <inkml:trace contextRef="#ctx0" brushRef="#br0">22863 15379 7871,'-8'0'-110,"0"0"2950,-2 0-1703,4 0 1,1 1 0,6 3 809,3 5-1927,3 2 0,6 1 1,0 2-1,3 2 1,0 5-1,1 3 1,-1 0-819,1 1 623,-1 5 1,1 1 0,-2 2 0,-3-4 0,-2-3 0,0-3 0,-1-1-1633,0-1 1168,2-6 1,-9-2-1,7-11 639,0-4 0,8-44 0,2-14 0</inkml:trace>
  <inkml:trace contextRef="#ctx0" brushRef="#br0">23210 15404 7950,'-12'0'0,"0"-4"0,-1-1 0,1 3 1690,-1 0-1117,1 2 1,0 0 0,-1 0 0,1 0 0,-1 0 0,1 2 1454,0 2-2043,-1-3 0,5 10 1,0-1-1,-2 4 1,-1 4-1,-1 2 1,-1 5-494,1 3 0,-1 6 0,1-2 1,0 1-549,-1 0 1,5-3 0,1 1 1055,1-7 0,30-51 0,10-10 0</inkml:trace>
  <inkml:trace contextRef="#ctx0" brushRef="#br0">23223 15453 7950,'-17'6'220,"1"2"0,1 2 981,1-2 1,1 2 0,2-5-580,3 2 1,5-4-1,10 1 1,6-3-927,0-1 0,5-4 304,-1 0 0,22-17 0,0 1 0</inkml:trace>
  <inkml:trace contextRef="#ctx0" brushRef="#br0">23235 15577 8090,'-23'24'0,"2"-4"825,5-3 1,3-3 152,5-2 1,9-5 0,12-3 0,5-4-939,1-4 0,4-3 1,-2-5-41,2-1 0,8-21 0,1-6 0</inkml:trace>
  <inkml:trace contextRef="#ctx0" brushRef="#br0">23372 15453 8217,'-13'0'2274,"6"0"0,3 0-2179,8 0 0,2 2 0,4 2 0,-2 4-939,2 3 354,1 2 1,1-1 0,0 0 0,1 1 0,-1-1 0,-1 1 0,-1-1-1507,-2 0 1645,0-5 1,3 4 350,-2-2 0,2-26 0,-4-5 0</inkml:trace>
  <inkml:trace contextRef="#ctx0" brushRef="#br0">23595 15416 7853,'-12'0'48,"-1"0"0,1 1 0,-1 4 815,1 3 0,0 4 0,-1 3 0,2 3 315,3 2-1230,-3-5 1,9 8 0,-3-2-1,1 2 1,0 1 0,1-2 0,2-3-915,1-1-1061,0-1 2027,0-5 0,-11-11 0,-3-2 0</inkml:trace>
  <inkml:trace contextRef="#ctx0" brushRef="#br0">23669 15292 8049,'-12'0'2012,"5"0"0,7 1 0,8 4 0,3 3-2024,2 3 1,-1 5-1,1 2 1,-1 2-182,0 2 1,0 2 0,-4 4 0,-4 2-142,-3 2 1,-1 0 0,0 2-1,-1-1-9,-3 2 0,-4-5 0,-9-1 1,-2-4-418,-1-5 1,-3-3 759,2-9 0,-19-8 0,-5-7 0</inkml:trace>
  <inkml:trace contextRef="#ctx0" brushRef="#br0">24004 15466 7922,'-4'8'1825,"0"0"-1017,1 2 1,3-3-1,5 0-2223,3-2-127,-3-1 264,6-4 1413,-9 0 0,3-1 414,-5-3 0,0 1-453,0-5 0,2 5 1,2-1-773,4 3 512,3 1 1,-4 5 0,-3 3 163,-3 3 0,-28-9 0,-8-4 0</inkml:trace>
  <inkml:trace contextRef="#ctx0" brushRef="#br0">24377 15280 7848,'-6'-9'326,"-2"3"0,-3-1 2874,-2 0-1932,6 4-1022,2-3 0,5 13 0,0 6 0,1 6 0,2 4 1,1 4-1,0 2 261,2 4-595,-5 3 1,6 1-1,-4 0 1,1 0 0,-1-1-1,-2-3 1,-1-4-2491,0-3 259,0-7 2319,0-1 0,0-45 0,0-21 0,0-1 0,0 0 0</inkml:trace>
  <inkml:trace contextRef="#ctx0" brushRef="#br0">24414 15156 7865,'-13'0'408,"1"0"1,1 1 0,1 2 2639,2 1-2632,5 0 1,-1 0-1,8 0 1,5-1-1,2 0 744,1 1-1159,0-3 0,-1 10 1,-1-1-1,-2 4 0,2 2 1,0 1-1,-2 1-68,-4 2 1,2 4 0,-2 1 0,-2 0-76,0-1 0,-8 0 0,-2-2 1,-3-3-176,-1-1 1,-1 3-1,1-5-944,-1-1 1261,1-6 0,27-20 0,7-10 0</inkml:trace>
  <inkml:trace contextRef="#ctx0" brushRef="#br0">24587 15565 7893,'-23'19'391,"2"-2"0,3-1 0,7-2 0,3-3 309,4 0 1,3 0 0,1 2-726,0-1 0,1 0 1,3-1-734,4-2 1,3-4 685,2-5 0,-2-5 0,-3-5 0,-2-4 162,-1-2 1,-3-6 0,3 1 0,-1-2 110,0-2 0,5 1 0,-4 4 0,1 3-44,-1 3 0,5 2 0,-2 0 0,3 1-561,1 2 0,1 4 1,1 5-1,1 1 404,1 3 0,34 31 0,-23-12 0,0 1 0</inkml:trace>
  <inkml:trace contextRef="#ctx0" brushRef="#br0">24960 15280 7893,'-7'-6'489,"-3"-1"0,5-5 1510,-2-1 0,-2 2-1323,-3 3 1,4 3 0,1 6 0,1 3-410,4 4 1,-4 5 0,1 3 0,-1 6-374,1 6 1,-1 0-1,3 5 1,-1 2-142,1 5 1,2 3 0,1 4 0,0-2-147,0 2 0,1-4 0,3-2 0,6-3-113,5-5 0,-1-9 1,4-8-1,0-7-1791,3-5 2297,2-8 0,-2-28 0,-1-14 0,3-5 0,0 0 0</inkml:trace>
  <inkml:trace contextRef="#ctx0" brushRef="#br0">25171 15218 7893,'-13'0'212,"-3"1"1,-1 3 585,2 4 1,5 5 0,3 2-1,2 3-211,2 1 0,3 1 0,4 2 1,4-3-835,3-1 0,6 2 0,1-4 0,1-5-1313,3-6 1,2-3 1559,1-2 0,21-39 0,-19 15 0,-1 0 0</inkml:trace>
  <inkml:trace contextRef="#ctx0" brushRef="#br0">25369 15242 7894,'0'-12'-182,"-4"4"1,-2 0 1077,-1-2 1,-1 4-1,-4 2-45,-1 3 1,1 6 0,0 4 0,-1 3-585,1 5 1,-1 2-1,1 6 1,0-1-402,-1 1 1,1 0 0,-1-1 0,2-2-63,3-2 1,-3 0-1,3 2 1,-2-3-513,2-1 0,-2-2 0,5-3 0,-1-1 783,1 1 0,0-1 1,5 0-1,0 1 215,0-1 0,2 2 1,1 1-1,2 3-2,2 1 0,-3 2 0,3 4 1,0 0-312,0-1 1,0 0 0,2-4 0,0-3-606,0-3 0,-2-3 0,1-3 0,2-4 628,1-2 0,8-29 0,2-13 0,3-1 0,-1 0 0</inkml:trace>
  <inkml:trace contextRef="#ctx0" brushRef="#br0">25369 15503 7904,'-12'0'1642,"5"1"1,4 2-1356,6 1 1,-1 2 0,7-2-918,0 4 0,2 3 630,2 2 0,10-1 0,3 0 0</inkml:trace>
  <inkml:trace contextRef="#ctx0" brushRef="#br0">25443 15515 7813,'-5'7'0,"-2"-1"69,0-1 0,-4-3 1,3 2 1920,-3-3-1636,4 5 1,1-6 0,8 0-1,2-7 1,4-3 0,2 0 1481,-2 2-1486,3 5 1,-5-3 0,3 3 0,0-1 0,0 1 0,2 2 0,2 1 462,-1 0-1024,-5 0 0,4 0 1,-3 0-1,3 0 0,2 0 1,-1-2-4412,0-2 4622,1 3 0,-28 6 0,-7 9 0</inkml:trace>
  <inkml:trace contextRef="#ctx0" brushRef="#br0">25443 15664 7885,'-8'11'0,"1"-1"1289,2-2 0,-2-1-665,7 1 0,0-2 0,11-6 0,4 0-1073,3 0 430,3-6 0,3-1 19,1-5 0,17-28 0,3-7 0</inkml:trace>
  <inkml:trace contextRef="#ctx0" brushRef="#br0">25828 15267 7918,'-12'0'618,"-1"0"0,2 2 1,1 0 890,2 3-1150,5-1 1,-2 1-1,5 3 1,1 3-1,3 2 1,3-1 574,0 1-853,4-1 1,-4 2-1,6 1 1,-2 2-1,-2-1 1,0-1-1,-1-1-1074,-1-3 809,4-1 0,-4-3 1,5-5-1,-1-4 0,-1-7 1,-2-3 269,2-5 19,-5-2 1,6-6-1,-4 1 1,1-1-1,1 1 1,-1 2 0,0 3 577,0 1 0,-5 1-412,1 5 1,2 4-1,-2 2 1,-1 5-1,-2 8 204,-1 7 1,0 9-476,0 6 1,0 7 0,-1 0 0,-2 4-1,-3 1 1,1 2-274,-1 2 197,-3-2 1,6 0 0,-5-8-1,-2 0 1,-1-3 0,-1-4 0,1-4-476,2-6 472,-2-4 1,4-3 0,-5-3 0,0-4-1,1-4 1,2-4-635,5-4 1,3-5-1,1-2 713,0-1 0,16-23 0,5-1 0</inkml:trace>
  <inkml:trace contextRef="#ctx0" brushRef="#br0">26163 15168 9003,'-6'7'1432,"5"4"1,-2-4 0,5 1 1435,2 0-2614,5 1 0,-2 7 0,6 1 0,1-2 0,1 0 0,1 2 0,-1 3 98,-1 4-296,-1 1 1,-2-1 0,-3 2-1,-4 3 1,-3 5 0,-1 1-1,-1 3-121,-3-1 0,-4 0 0,-8 0 1,-1-1-194,-3-3 302,5-3 1,-7-10-45,5-4 0,-19-14 0,-10-7 0,-2 1 0,1 0 0</inkml:trace>
  <inkml:trace contextRef="#ctx0" brushRef="#br0">26895 14387 8123,'-8'0'1463,"-1"0"1,8-4 0,1-1-1225,7 3 0,4 0 0,1 1 0,1-2-170,-1-1-408,0 0 0,1 4 0,-1 0 0,1 0 339,-1 0 0,-5 22 0,-2 6 0</inkml:trace>
  <inkml:trace contextRef="#ctx0" brushRef="#br0">26845 14709 8011,'-18'6'746,"6"-4"779,-1 7-1253,12-7 1,14 4 0,7-7-1,5-2 1,3-3 0,1 1-1,-2-2 576,-1 0-1274,-6-1 1,3 0-1,-2 1 1,1 0 0,0 1 425,-2 1 0,1-21 0,4-2 0</inkml:trace>
  <inkml:trace contextRef="#ctx0" brushRef="#br0">27441 14201 8086,'0'-13'667,"0"1"0,1 1 1187,3 3-1644,3-3 0,5 8 1,2-5-1,3-1 0,2 1 1,2 0-1,-1-1 276,3 3-637,0-5 1,0 5-1,-1-4 1,-1 4 0,0-1-1,-1 1 1,0 1-3358,-2 2 3508,-7 1 0,-33 2 0,-13 0 0</inkml:trace>
  <inkml:trace contextRef="#ctx0" brushRef="#br0">27552 14163 8086,'-23'13'0,"4"-1"0,5 1 0,4-1 902,7 0 1,-2-3 0,6-2-1,3 0 1,5-2 1698,2 1-2496,1-2 0,1-4 0,-1 1 0,0 2 0,1 1 1,1 0-1,1 0 389,1 0-501,1 6 0,-5-7 0,-1 5 1,-1 2-1,-2 1 0,0 2 0,-1 4-332,-3 4 1,-4 2 0,-4 3 0,-4 2 82,-3 1 0,-3 5 0,-2-2 1,-4 1 75,1 0 1,-3-5 0,4-1 0,0-5 382,0-5 1,2-3 0,3-3 339,1-3 1,5-4 0,3-8-112,2-4 1,12-5-1,4-2 1,4-1-66,4 0 0,1-2 1,4 1-1,1-1-634,6 0 0,1 1 0,4 5 1,2-1-1205,5 1 0,1 1 1,0 3 1470,-2 4 0,-11 8 0,2 3 0</inkml:trace>
  <inkml:trace contextRef="#ctx0" brushRef="#br0">27614 14883 8011,'-8'7'1482,"0"-3"0,5-1-1163,-1 1 1,4-2-1,4 5 1,4 0-43,3 0-328,2 1 1,-1 5-1,1-1 1,-1 2-1,0 1 1,1 2-1,1-1-669,2 2 1,-2-4 185,2 2 0,-3-2 1,-4-3-1,0-2 534,0-5 0,8-53 0,2-13 0</inkml:trace>
  <inkml:trace contextRef="#ctx0" brushRef="#br0">27900 14784 8011,'-25'0'71,"0"4"0,2 1 0,1 2 652,1 3 1,2 2 0,-3 3 0,2 3-36,2 2 0,2 0 0,3 5 0,1 0-868,0 0 1,-1 1-1,2 1 1,3 2 179,4-1 0,-9-13 0,0-4 0</inkml:trace>
  <inkml:trace contextRef="#ctx0" brushRef="#br0">28284 14163 8085,'-19'0'2306,"2"0"-1373,9 0 0,5 6 1,10 2-799,6 3 0,3 6 1,1 1-1,2 2 1,2 5-1,-1 4 0,1 3 1,-2 2-1,-2 1-994,-3-2 501,4 3 0,-5-9 1,4 4-1,-3-4 1,-2-5-1,1-4 358,-1-7 0,0-37 0,1-15 0</inkml:trace>
  <inkml:trace contextRef="#ctx0" brushRef="#br0">28644 14126 8095,'-21'13'389,"1"-1"0,4 2 0,0 1 0,2 2 1320,2-2-1372,-6 4 1,8-4 0,-2 4 0,1 1 0,0-1 0,0 2-1,1-1-878,2 1 303,0 0 0,-5 2 0,2-2 0,1-3 0,2-2 1,-1 1-1,-1-2-2611,2-1 2299,-3-2 550,9-5 0,-9-12 0,4-9 0</inkml:trace>
  <inkml:trace contextRef="#ctx0" brushRef="#br0">28681 14337 8095,'-5'13'196,"-2"-1"0,-1 0 1879,-1 1-1807,7-1 1,-3-5 0,10-3 0,4-2-269,6-2 0,27-39 0,-16 15 0,0 0 0</inkml:trace>
  <inkml:trace contextRef="#ctx0" brushRef="#br0">29029 14151 8095,'-24'8'80,"3"-1"0,6 0 727,6 0-503,-2 1 1,9 1 0,-2-1 0,4 1 0,4 2 0,5 2-1,0-1 869,-1 1-1300,9 5 0,-13-3 1,9 5-1,-2 2 0,-2 3 1,1 3-1,-3 1-1686,-2-2 953,-1 0 1,-4-3 859,0 1 0,-5 0 0,-2 0 0</inkml:trace>
  <inkml:trace contextRef="#ctx0" brushRef="#br0">29078 14027 8030,'-23'0'200,"2"0"0,7 4 1,7 2 2977,2 1-2746,1 1 0,5 0 0,5-1 0,5-1 0,5-4 1,4 0-1,0-2 967,-1 0-1456,5 0 0,-9 0 0,4 0 0,-1 0 0,-3 0 0,-1 0 0,-3 1-1056,-2 3 904,2 3 1,-10 5 0,3 2 0,-4 3 0,-5 3 0,-8 4 0,-5 1-263,-1-1 0,-4 1 0,3-1 0,1-4 10,2-3 0,4-5 1,2-2 460,2-2 0,20-22 0,10-1 0</inkml:trace>
  <inkml:trace contextRef="#ctx0" brushRef="#br0">29326 14263 8015,'-13'16'2,"-3"2"0,0 0 585,1 0 1,1 0 0,1-3 0,2 3 1020,3 1 1,-1-4-1855,4 2 0,3-5-194,6-3 1,-1-9 0,5-9-1,0-2 207,-1-1 1,4-6 0,-4-1 0,1-2-126,0 0 0,1 2 0,2-2 0,-2 4 490,0-1 1,-1 5 0,3-1 0,-1 5-111,-2-1 1,0 5-1,5 0-22,-1 4 0,22 56 0,-14-20 0,0-1 0</inkml:trace>
  <inkml:trace contextRef="#ctx0" brushRef="#br0">29649 14176 8038,'0'-13'74,"0"5"0,0 0 1010,0-2-331,0 5 0,0-6 0,-2 4 1112,-2 0-1780,3 1 1,-9 8 0,5 3 0,-2 8 0,-1 6 0,-1 6 0,1 2-45,-2 2 1,5 6 0,1-2 0,2 1-347,2-1 0,0 2 1,2-6-1,3-3-495,8-4 71,-1-4 0,12-7 0,-4-3 729,4-4 0,6-29 0,3-14 0,4-3 0,-1 1 0</inkml:trace>
  <inkml:trace contextRef="#ctx0" brushRef="#br0">29847 14077 8038,'-12'0'383,"0"0"0,0 1 0,3 2 0,2 2 0,1 2 1,4 3 566,0 1 0,9 3 0,4 1 0,6 3-1328,2 1 452,2 2 1,4 2-1,1-1 1,1-3-1,2 1 1,0-2-75,2 0 0,17-18 0,10-9 0</inkml:trace>
  <inkml:trace contextRef="#ctx0" brushRef="#br0">30207 14064 8044,'-18'0'0,"3"0"0,-4 2 0,-1 2 2291,1 4-1697,4-2 0,-8 9 0,2-2 1,-1 5-1,1 3 0,3 0 1,2 1 1268,-1 4-2012,1-1 1,-2 9 0,-2-3 0,0 0-1,0 2 1,2 0 0,2-1-1948,-2-2 1173,4-1 1,2-9 922,8-4 0,19-46 0,6-13 0</inkml:trace>
  <inkml:trace contextRef="#ctx0" brushRef="#br0">30219 14151 8417,'-17'19'0,"-4"-2"1016,-3-3 1,4-2-1,2 0 787,4 1 0,7-6 0,15-4-2152,9-6 0,2-4 0,5-6 0,2 1-1194,0 0-771,0-1 2314,5-5 0,0 10 0,7-3 0</inkml:trace>
  <inkml:trace contextRef="#ctx0" brushRef="#br0">30244 14325 8044,'-19'12'231,"2"1"1,5-5 2197,4 0-2230,8-5 1,8-3 0,9-8-1,3-3 1,5-2-200,4 1 0,9-7 0,5-2 0,7-3 0,0 1 0</inkml:trace>
  <inkml:trace contextRef="#ctx0" brushRef="#br0">30530 14163 8030,'-21'0'386,"0"0"0,6 0 1,-1 0 882,2 0-1074,7 0 0,8 0 0,10 0 0,6 0 0,2-1 0,3-2 0,2-1-302,0 1 1,-3 2-120,0 1 0,-6 1 0,1 2 1,-3 3-1,-3 1 0,-4 2-15,0 2 0,2 6 0,-4-1 242,-1 0 1,-2 1-1,-1 1 1,0 0 0,0 0-354,0-3 0,2-2 352,2-5 0,14-47 0,8-16 0</inkml:trace>
  <inkml:trace contextRef="#ctx0" brushRef="#br0">30778 14052 8005,'-13'4'0,"1"2"167,0 0 1,-1 3 0,2 3 0,1 0 944,2 1 0,1-1 0,-2 1 0,2-1-818,1 0 0,-2 2 0,2 1 1,1 2-790,-1-2 1,-3 3 0,2 0-1,-1 1-1075,-1 3 0,1-4 1570,-4-1 0,5-3 0,1-2 0</inkml:trace>
  <inkml:trace contextRef="#ctx0" brushRef="#br0">30827 13965 7977,'0'-8'-476,"0"0"106,0-2 1588,0 4 0,2 1 0,2 6 660,4 3-1651,-2 3 1,3 15-1,-5 4 1,-1 5 0,-1 5-1,-2 2 1,0 6 26,0 5-381,0-8 1,-2 13 0,-2-9 0,-4 2-1,-3 0 1,-2-4 0,1-5 126,0-6 0,-23-21 0,-5-7 0</inkml:trace>
  <inkml:trace contextRef="#ctx0" brushRef="#br0">31137 14312 8129,'-12'13'288,"2"-2"0,6-3-419,8-4 0,6-4 1,2-4-643,1-4 567,-1 2 1,1-5 0,-2 3-1,-2-3 171,0-1 257,-7-1 0,8 5 0,-4 0 0,0-2 227,4-1-300,-4 4 1,1 3 0,-5 8 0,2 4 0,-1 3 0,-1 2 429,-2-1-425,0 1 1,-2-1 0,-1 0-155,-1 1 0,0-23 0,4-5 0</inkml:trace>
  <inkml:trace contextRef="#ctx0" brushRef="#br0">31584 13841 8126,'-4'8'579,"0"1"1,1-3-1,9 3 1923,6-5-2336,6-3 1,7-1 0,1 0 0,1 0 0,2-1 0,-1-2 0,-2-2 158,-1-2-173,0-2 0,-2 1 0,-1 0 0,-2 0-152,-3 1 0,-28-10 0,-11 3 0</inkml:trace>
  <inkml:trace contextRef="#ctx0" brushRef="#br0">31696 13866 8050,'-31'12'290,"7"5"0,-1-1 1,7-1 1501,4-1-1425,2-7 0,5 4 0,3-3 0,2 3 0,4 2 0,2-1 0,4 1 559,3-1-850,7 0 0,-3 1 1,6-1-1,0 1 1,-1-1-1,-1-1 1,1-1 50,-1-2 0,-2 0 0,2 3 1,-1-1-1301,-3-2 824,-7 0 0,2 1 0,-6-1 1,-1 2-1,-2 1 0,-4 2 0,-5 3-235,-8 0 0,-6 2 0,-5-3 0,-2 3 688,-4 1 1,-2-3 0,-3 2 0,1-2 734,0 1 1,9-2 0,6-6-101,7 0 1,7-7-1,13 3 1,8-4-503,6-1 0,10 0 1,4 0-1,2 0-311,-2 0 0,1-1 0,-4-2 1,1-1-231,-1 1 0,-5 2 0,-4 1 1,-1 0-534,-1 0 0,-1 0 0,-5 0 0,-1 0 837,1 0 0,-34 5 0,-8 2 0</inkml:trace>
  <inkml:trace contextRef="#ctx0" brushRef="#br0">31634 14573 8050,'-18'7'168,"4"2"1,-3-3 1562,4 1-1429,6-5 1,1 9 0,6-2 0,0 2 0,0 3 0,2 2 0,0 5-353,3 2 1,0 2-1,-2 0 1,1 0-264,-1-1 1,2-3-1,1-2 1,1-2 232,2-6 1,2 0-1,3-7 1,1-3-14,2-3 0,1-7 1,-3-7-1,1-5 3,0-2 1,1-6 0,0 0 0,-2 0-29,-1-1 0,-3 5 0,-1-1 0,-3 5 229,-2 3 1,3 2 329,-4 3 0,-1 17 1,-7 9-1,-4 9-46,-3 7 0,-2 2 1,1 7-1,0-1 93,-1 0 0,-1 2 0,-1-1 0,-1 1-529,1-3 1,1-7 0,1-2-1,1-5-735,0-5 0,3-5 0,1-4 776,-2-4 0,-10-35 0,-4-19 0,-3-2 0,0 1 0</inkml:trace>
  <inkml:trace contextRef="#ctx0" brushRef="#br0">32192 13940 7869,'-12'0'-1324,"-1"0"2216,1 0-153,5 0 1363,1 0 74,6 0-1874,0 0 1,2 6-286,2 2 1,-3 3 0,3 1 11,-2 1 1,2 1 0,1 1 0,2 3-1,2 0-120,-3 0 1,5 2 0,-4-2-334,0 1 0,4-5 0,-4 0 1,1-6 423,1-2 0,10-13 0,7-7 0</inkml:trace>
  <inkml:trace contextRef="#ctx0" brushRef="#br0">32390 13940 8120,'0'13'131,"0"0"0,-1 3 1,-3 0 632,-4-1 0,1-1 1,-2-2-1,1 1-93,1-1 0,-2 1 1,5-1-1,-1-1-598,0-3 0,2 3 1,-4-2-1,0 0-261,0 0 1,1 2 0,-4-2 0,2 5-344,-2 3 1,-1 0 0,-1-1 0,1 0-1121,2-1 1,0-1 835,4-1 1,3-7 621,6-1 1,3-5-1,5-5 298,1-3 1,-2-3 0,-2 0 2092,0 3-1248,-7 2 1,2 8 0,-6 2-556,-2 4 1,-1-1-1,4 1 1,-2 2-397,-1 1 1,0 1 0,4 1-1,0-1-228,0 1 0,0-1 0,0 2 1,0 1 8,0 1 1,0 6 0,0-2 0,0 0 47,0 1 0,0 0 1,0 4-1,0 1-110,0 3 0,0-9 282,0 1 0,11-17 0,3-5 0</inkml:trace>
  <inkml:trace contextRef="#ctx0" brushRef="#br0">32204 13903 8102,'-8'4'-513,"0"0"0,0 0 1181,-5-4-244,6 0 1031,2 0 520,5 0-1712,0 0 0,0 6 1,0 2-1,0 5 0,0 2 444,0 1-562,0 6 0,0-2 0,0 6 0,0 1 0,0 2 0,0-1 0,0-2-74,0-1-277,5-6 1,-2-1 0,5-7 0,2-1 0,2-3 0,3-2 0,2-2-1161,-2-2 1357,-1-6 1,-2-2 0,1-6 0,-1 0 0,-1-2 0,-1-3-1,-2-2-176,2-2 182,-5-1 1,5-2 0,-5 2-1,1 1 1,-1 1 0,-2-1-1,0-2 43,1 0 1,-2 3-1,2 2 1,-3 1-15,-1 3 0,0 1 1,0 1 39,0 1 4,0 0 0,0 6-22,0 6 0,0 6 72,0 6 1,0 0-1,-1-1 1,-2-1 0,-1-2 0,0 1 0,4 3 1,0 0 27,0 1 0,-2-1 1,-1 1-1,-1 0-119,2 4 1,0-2-1,2 4 1,0 1-112,0-1 0,0 0 1,0 3-1,0-1 66,0 1 1,0 1 0,0 1-1,0-2 67,0-1 1,0-2-1,0 3 1,0-1 18,0 1 1,0 1 0,0 2 0,-1 0-68,-3 0 0,2 1 0,-2 1 0,1 4-138,-1 0 1,3-2-1,-3 3 1,2-2 103,2-2 1,-4-3 0,-1-3-1,-1-3 216,1-1 0,-1-2 0,2-3 0,-4-2 87,-3-3 1,-2-2-1,1-6 1,0 0 177,-1 0 0,1-2 0,-2-2 1,-1-4-581,-2-3 1,1-3 0,3-3 0,1-3-897,0-4 1,5 0 1024,2-1 0,21-17 0,4-3 0</inkml:trace>
  <inkml:trace contextRef="#ctx0" brushRef="#br0">32564 14238 8190,'-5'-7'631,"-4"3"1,-2 2 2400,-1 2-2624,-1 0 0,8 5 1,5 0-1,7 1 0,4-1 1,1-2 742,1-2-1462,-1-1 1,-4 0 0,1 0-1,0 0 1,1-1-6352,-2-3 6268,-2 2 0,-6-9 1,0 3-1,0-3 394,0-1 367,0 5 1,0 3 1047,0 8-1080,0-3-335,0 5 0,11 10 0,3 5 0</inkml:trace>
  <inkml:trace contextRef="#ctx0" brushRef="#br0">32812 13940 8097,'-12'9'175,"-1"-3"0,1 1 1,0 0-1,-1 3 0,2 1 815,3 1 1,-2 1-1,6-1 1,1 2 443,2 2-1439,1 4 0,0 10 1,1 3-1,2 4 1,1 5-1,-1 3 0,-2 5-587,-1 3 260,0-2 1,0 5 0,2-8 0,1-4-1,1-7 1,0-8-1735,1-7 1,1-12 2065,2-14 0,1-27 0,-1-11 0,-1-9 0,-1 1 0</inkml:trace>
  <inkml:trace contextRef="#ctx0" brushRef="#br0">32862 13940 8097,'-7'-20'0,"-4"2"0,-4 2 1636,0 5 1,1 7 1219,1 0-2234,7 8 0,1 3 0,10 6 0,3-1 0,3 0 0,1 1-517,1-1 0,-2 2 1,-2 1-1,0 3-554,0 1 1,-3 2-1,-2 4 1,-3 0-336,-1-1 0,0 3 0,0 0 1,-3 4 181,-5 0 0,0-3 1,-10-1-1,1-3-537,1-4 0,-1-9 1139,5 2 0,33-53 0,8-10 0</inkml:trace>
  <inkml:trace contextRef="#ctx0" brushRef="#br0">32924 14325 8097,'-11'16'120,"1"2"0,2 1 370,-2 3 1,1-4 0,-1-1 0,3-3 59,2-2 0,-1-1 0,3-1-1125,-1-2 261,0-5 0,8 1 1,0-8 110,-1-4 1,3-3-1,-2-3 1,-2-1 268,0-2 1,2-4 0,0 3 0,0 1 135,2-1 1,-3-3 0,5 4-407,1 2 1,-2 3 0,2 2 203,0 2 0,13 44 0,4 7 0</inkml:trace>
  <inkml:trace contextRef="#ctx0" brushRef="#br0">33222 13928 8097,'-20'0'98,"2"0"1,2 0 1067,-1 0-844,1 5 1,-1-2 0,1 5 0,1 3 0,1 3 0,1 4 0,2 3 1209,3 5-1511,-3 4 1,8 9 0,-4 4 0,2 5 0,2 4 0,2 1-1,1-2-144,0-2 0,1-5 1,3-2-1,4-5-259,4-4 1,5-10 0,3-10 0,0-8-337,1-3 0,0-5 0,2-5 0,-2-9 718,-5-5 0,0-24 0,-1-10 0,1-5 0,1 1 0</inkml:trace>
  <inkml:trace contextRef="#ctx0" brushRef="#br0">33308 14002 8097,'-12'0'0,"0"2"458,-1 2 0,2 3 0,2 6 1,2 3 178,1 0 0,2 5 1,4-3-1,1 0 329,4 0-1253,1-2 1,8-5-1,3-1 1,2-3 0,2-2-1,-1-2 1,1-3 286,-2-4 0,10-25 0,-3-11 0</inkml:trace>
  <inkml:trace contextRef="#ctx0" brushRef="#br0">33482 14002 8097,'-12'0'992,"3"0"0,1 0-244,-1 0 1,-3 6-1,0 3 1,0 7-534,-1 4 1,1 5-1,-1 3 1,1 2-370,0 2-237,-1-5 0,2 5 1,2-5-1,2 1 0,1-5 1,3-5-1,2-4-3015,1-1 2936,0-1 1,0-4 756,0 0 1,0 1-1,0 4 1,0 3 67,0 0 1,4 10 0,0-1 0,-1 1-292,-2 1 0,-1 1 0,0 3 1,0-2-413,0-3 0,0 0 0,0-9-518,0-2 866,0-7 0,6-41 0,1-15 0</inkml:trace>
  <inkml:trace contextRef="#ctx0" brushRef="#br0">33408 14288 8133,'-17'1'0,"1"2"1038,0 1-245,8 5 1,4-7 0,8 2 0,4-4-1319,3-4 1,2 1 0,-1-4 0,1 2-1888,-1 2 2412,0-4 0,1 22 0,-1 0 0</inkml:trace>
  <inkml:trace contextRef="#ctx0" brushRef="#br0">33420 14399 8029,'-5'18'101,"-5"-4"0,-4 2 1,3-3 2223,0-5-2126,6 3 0,5-11 0,8-1 0,3-9-199,1-5 0,11-15 0,5-6 0,3-1 0,-1-1 0</inkml:trace>
  <inkml:trace contextRef="#ctx0" brushRef="#br0">33507 14188 7969,'-7'6'60,"-4"1"1,4 5 0,-1 0 299,0 1 0,5-1 1,-1 1-1,2-1-396,2 1 1,0 3 0,0 1-1,2-2-136,2-1 0,-1 1 1,3-2-1,1-2 159,0 1 1,-3-7-49,5-1 0,-2-4 0,2-4 0,-2-4 6,-1-3 0,2-6 1,-4-1-1,0 0-2,2 0 1,-5-2 0,3 3 0,-2 2 369,-2 1 0,0 2 130,0-1 1,0 8 0,0 6-97,0 10 0,-5 7 0,1 7 0,0 1-364,-1 3 0,2-1 0,-4 3 1,1 0-611,4-4 1,0 0 0,2-4-1292,0-2 1918,0-3 0,17-56 0,4-11 0</inkml:trace>
  <inkml:trace contextRef="#ctx0" brushRef="#br0">33631 14263 8375,'-1'38'0,"-2"2"756,-1 2 0,-6 4 0,0 0 0,-3 4-71,-4 3-795,-5 4 1,7-5 0,-4-4 0,-1-4 0,2-5 0,0-6 0,3-8 109,1-7 0,-3-26 0,-3-8 0</inkml:trace>
  <inkml:trace contextRef="#ctx0" brushRef="#br0">27379 15540 8100,'-4'13'377,"-1"-1"1,3-5 0,7-4 0,9-6 225,9-5 1,2-8 0,5-2-615,1-1 1,-5 0 0,3-3 0,-3 3 0,-1-1 0,1 2 0,2 0 10,1 3 0,-11 18 0,-7 5 0</inkml:trace>
  <inkml:trace contextRef="#ctx0" brushRef="#br0">27590 15701 8100,'-6'20'324,"5"-2"1,-2-7 249,6-3-283,4-3 0,12-5 0,4 0 0,6-1 0,3-3 0,2-4 0,2-3-291,1-2 0,5-23 0,3-12 0,-12 14 0,0 0 0,1 0 0</inkml:trace>
  <inkml:trace contextRef="#ctx0" brushRef="#br0">28123 15156 8100,'-12'16'-69,"-1"1"0,2-2 23,3-1 557,-3 4 0,9-2 0,-2 8 0,3 2 0,1 0 1,0 1-1,1 2 1017,3 4-1810,-2 3 1,7 2 0,-3 0 0,0 2 0,-1 1 0,-1 1 0,0-2 281,0-3 0,1-8 0,-5-11 0</inkml:trace>
  <inkml:trace contextRef="#ctx0" brushRef="#br0">28148 15255 8100,'-13'0'0,"1"0"1101,0 0 0,5 5-414,3 4 1,8-4 0,5 1 0,6-2-472,6 0-498,-3 0 0,10-4 0,-4 0 0,3 0 0,-3 0 0,-1 0 0,-3 0 282,2 0 0,-4-5 0,0-2 0</inkml:trace>
  <inkml:trace contextRef="#ctx0" brushRef="#br0">28173 15466 8100,'-13'12'-477,"2"1"106,3-1 776,2-5 0,12-2 1,2-6-1,5-2 1,2-2-1,3-2 1,0-1-1156,-1 1 0,4-3 750,-4 6 0,-12 33 0,-6 12 0</inkml:trace>
  <inkml:trace contextRef="#ctx0" brushRef="#br0">28222 15701 8100,'-19'20'265,"-2"2"0,7-6 365,3-1 1,9-2 0,3-5-451,10-4 0,8-8 0,10-6 1,4-5 253,3-5-434,1-4 0,7-14 0,5-9 0,-14 13 0,1 1 0,-1-1 0</inkml:trace>
  <inkml:trace contextRef="#ctx0" brushRef="#br0">28594 15267 8087,'-12'0'624,"5"2"3,3 2 0,5-3 0,6 3-374,6-2 1,6-2 0,-1-2 0,1 0 149,3-3 0,-3 0 0,2 2 1,0-2-496,-2-2 1,3 4 0,-5-3 0,-2 2-2775,-1 0 1,-7-1 2865,-3 1 0,-8 2 0,-6-2 0,-4 4-46,-2 4 1,-6 3 0,1 5-1,-1 2 75,1 3 0,-1-2 0,4 6 0,0 1 544,0 1 1,6 2 0,5 0 0,2 0-108,2-1 1,1 7 0,2 2 0,0 1-357,0-1 0,0 3 0,0-4 0,2-1-69,2-2 1,-1-4-1,4-4 1,-1-5-2,1-2 1,2-7 0,3-3-1,0-2-134,1-2 0,3-7 0,4-6 0,2-6-796,4-4 0,6-4 890,-3-2 0,3-10 0,3-8 0,2-6 0,-1 0 0</inkml:trace>
  <inkml:trace contextRef="#ctx0" brushRef="#br0">28929 15267 8037,'-23'20'0,"2"-4"0,6-1 392,5 2 0,5-2 0,6 4 0,3 1 105,5-1 0,7 2 0,5 2 0,2-2-672,2-5 0,1 2 0,2-1 0,1-2-102,-2-1 1,-6-3 0,-4-2 0,-4-2-1298,0-1 1574,-1-2 0,-5-32 0,-1-6 0</inkml:trace>
  <inkml:trace contextRef="#ctx0" brushRef="#br0">29177 15317 8037,'-16'21'1,"-1"-1"0,-3 0 0,3 2 0,2-3 640,1-1 0,2 2 0,1-3 0,1-2-610,2-1 0,0-2 0,-3 1 0,1-1-1191,2 1 1,3-1 1159,-3 0 0,0 1 0</inkml:trace>
  <inkml:trace contextRef="#ctx0" brushRef="#br0">29190 15118 8037,'0'-12'175,"-2"0"0,0-1 709,-2 1 0,1 1 0,7 3-386,4 3 0,3 4 0,2 1 0,0 1-330,4 4 0,-2-3 0,4 5 1,1 0-54,-1 0 0,-4 1 0,3 5 1,-1 0-77,-1 4 1,1 2-1,-5 6 1,1 0-110,-1 0 0,-5 4 0,-2 1 1,-1 2-14,1 2 1,-1 3-1,-4 3 1,0 2 57,0-2 0,0 4 0,0 0 1,0-2 15,0-4 0,0-2 0,0-8 1,0-1 52,0-5 1,-6-4 0,-2-6 0,-3-1 159,-1-3 1,-6 2 0,-3-6 0,-2-1-232,-2-2 1,0-1 0,0-1 0,2-3 26,2-5 0,9-57 0,9 26 0,0-1 0</inkml:trace>
  <inkml:trace contextRef="#ctx0" brushRef="#br0">29748 15416 8037,'-12'13'0,"-1"-1"2910,1 0-2045,5 1 1,3-6-1,8-3-1082,4-3 0,5-2 0,2-3 0,3-3 217,1 0 0,13-15 0,6 1 0</inkml:trace>
  <inkml:trace contextRef="#ctx0" brushRef="#br0">30058 15168 8033,'-12'6'509,"-1"2"1,-2 3 0,1 3-1,3 2 1361,0 5-1577,6 2 1,-1 8 0,6 3-1,0 5 1,0 3 0,0 1-1,2 1-782,2 0 1,-1 2 0,4 1-558,-2-6 0,3-2 1,-2-15 1045,1-4 0,12-22 0,7-6 0</inkml:trace>
  <inkml:trace contextRef="#ctx0" brushRef="#br0">30157 15242 7963,'0'-24'0,"0"-1"891,0 0 0,-4 2 0,0 2 2024,1 4-2285,2 4 0,1 7 0,1 5 1,4 4 1154,3-1-2266,3 5 1,1-5 0,1 3 0,-1-1-1,2 0 1,1 0 0,2 2-3095,-2 2 1,-3 3 3574,-4 2 0,-8 32 0,-6 9 0</inkml:trace>
  <inkml:trace contextRef="#ctx0" brushRef="#br0">30257 15280 7963,'-13'24'9,"-3"-3"1,-2-2 0,0-1 252,0-2 0,1-3 0,5-2 0,1-1 798,3-2 1,-1-5-949,9 1 1,3-7-1,11-2 1,3-1-204,3 1 1,0-3 0,-1 2 0,0 1-749,0-1 1,-3 2-1,0 4 1,-3 1 380,-5 3 0,-3 5 1,-5 6-1,0 3 529,0 1 0,-5 2 0,-5 5 0,-5 1 493,-6 2 0,-2 6 0,-2-3 0,0-1 467,0-2 0,6-8 0,4-5 0,5-2-806,6-1 0,4-7 1,4-3-1,6-6-645,5-5 0,4-3 1,6-3 419,0-2 0,10-22 0,5-10 0,3-5 0,0-1 0</inkml:trace>
  <inkml:trace contextRef="#ctx0" brushRef="#br0">30517 15205 7963,'-12'0'0,"-1"2"763,1 2 0,6-1 0,6 3-196,7 0 0,10-2 0,4-4 0,2 0-619,2 0 1,0-4-1,-1-2 1,0 1-773,-3-1 1,1-2 0,-6 4-707,-1 1 1163,-1 2 1,-8 2 0,-6 3 0,-9 5 297,-6 2 1,1 2 0,-4 3 0,1 2 374,-4 1 0,3 0 0,0 3 0,2-1 133,-1 1 1,5 3 0,3 2 0,1 2-106,1-1 0,2 2 0,5-1 1,0-1-103,0-2 0,5 1 0,3-1 0,3-3-219,2-4 1,1-4-1,1-5 1,1-3-408,-1-2 1,-1-1 0,-1-7 0,-1-3-557,0-7 0,1-3 950,-1-1 0,6-46 0,-8 23 0,0 0 0</inkml:trace>
  <inkml:trace contextRef="#ctx0" brushRef="#br0">30840 15304 7968,'-13'0'353,"1"0"1,0 0 654,-1 0 1,2 6-623,3 2 1,4 3-1,6 2-551,3-1 0,4 1 0,-2-1 0,0 0-150,-3 1 0,2-1 1,-1 1 119,2-1 0,-4 0 0,2-1-76,1-2 0,-3-4 195,5-5 1,-1-1-1,1-3-207,-4-5 0,2-2-40,-2-1 1,0 4 644,-4-1 0,0 5 153,0-4-373,0 5 0,0-4-959,0 3-604,0 3 1461,0-5 0,0 6 0,-11 6 0,-3 1 0</inkml:trace>
  <inkml:trace contextRef="#ctx0" brushRef="#br0">30790 15354 6798,'-7'7'1688,"2"-1"0,3-11-589,-2 1 1,3 1-358,-3 8-850,2 2 1,6 5 0,1 0 0,-1 2 0,0 1 0,1 3 0,1 0-646,-1 0 0,4 0 459,-5-2 0,4-2 0,-2 3 294,0-3 0,25-74 0,-11 22 0,0-1 0</inkml:trace>
  <inkml:trace contextRef="#ctx0" brushRef="#br0">31125 15280 7968,'-32'5'464,"3"5"1,7 5 0,2-3 2224,-2-1-1949,9 3 1,-3-11-1,9 5 1,0 2-1,3 1-1254,2 1 1,-2-3 0,0-1-1,0 0-722,-2-1 1,4 4-1,-7-3 561,0 3 0,-2 2 1,-2-2-1,2-2 448,3 0 0,-3-5 906,3 4-423,2-5 1,5 4 0,6-3 27,2 4 1,-4 5 0,1 2-1,-2 3-146,-2 1 1,0 3 0,0 5 0,0 2-126,0-1 0,0 4 0,-2-1 0,-1 0-226,-1-6 0,0-2 0,4-7 213,0 0 0,22-47 0,6-11 0</inkml:trace>
  <inkml:trace contextRef="#ctx0" brushRef="#br0">31200 15292 7993,'-13'-4'959,"1"0"976,-1 1 0,6 0-1100,3-1 0,4 1 0,4-3 1,5 0-456,2 3 1,1 2 0,1 2 0,-1 2-483,0 1 1,1 7-1,-1 0 1,1 4-238,-1 1 1,-1 3-1,-1 1 1,-3 4 102,-2 1 0,-1 1 0,-4 3 0,0 4 447,0 3 0,0 2 1,0 2-1,-1 2 151,-3-2 1,-2-2-1,-4-1 0,2-1-257,-1-3 1,-1-2-1,0-7 1,2 0-113,-2-3 1,-2 1-1,-3-6 1,-3-1 63,-1-1 1,-2-6 0,-4-1 0,0-1-392,0-4 0,6-2 334,3-4 0,-15-47 0,15 18 0,-1-1 0</inkml:trace>
  <inkml:trace contextRef="#ctx0" brushRef="#br0">16152 17078 8097,'-13'0'1486,"6"-1"1,3-3 1331,3-5-2396,1-2 0,0 6-299,0 5 0,1 7 1,2 9-1,1 8 0,0 7 1,1 11-137,-1 4 1,1 5-145,-1 3 1,3 1 0,4 3 0,0-7 0,0-8-1,3-10-268,0-5 0,4-13 505,-2-3 0,2-13 0,-3-6 0,2-11 0,-2-11 0,-1-7 642,-2-5 1,-3-2-594,-1-2 0,-4-2 0,3 4 1,0-1-1,-2-2 0,1 2 14,-3 3 0,-2 7-393,-1 0 1,4 7-1,2-1 1,0 8-775,4 7-344,1 6 1,-3 13 1367,1 2 0,-1 25 0,4 7 0</inkml:trace>
  <inkml:trace contextRef="#ctx0" brushRef="#br0">16549 17326 8048,'-13'-7'0,"1"2"208,0-1 0,3 5 0,1-3 515,-2 2-479,5 2 1,-5 3 0,5 4-1,-1 5-611,1 2 0,1 5 244,4 2 0,0 2 0,0 2 0,0 0 0,0 0 0,0-2 349,0-2 1,0-3-90,0-6 1,4 1 0,1-2 0,2-3 0,3-4 0,1-4 491,1-4 1,1-4-527,-1-9 0,-1-1 0,-1-4 0,-2 2 0,2-2 0,-1-1-310,-1 3 1,2-2-89,-6 5 0,5 1 0,-4 5 0,1 1-540,-1 2 689,-1 5 0,-4 3 0,0 8 0,2 3 1,0 2 145,2-1 0,1 17 0,-5 4 0</inkml:trace>
  <inkml:trace contextRef="#ctx0" brushRef="#br0">16784 17338 8016,'-19'9'0,"3"-2"664,2-2 0,1 5 1,1-2 141,0 3 1,5-3 0,3 1-793,2 0 0,4 2 1,0 2-362,2-1 0,5 1 0,-4-2-330,2-3 1,-4-4 469,1-8 1,-3-4 0,1-8 0,1-2 353,1-1 0,4 3 0,-3-4 0,2 2 10,3 3 0,1 1 1,1 2-1,1 1-341,-1 3 1,1 2-1,0 6 184,4 0 0,13 50 0,-10-19 0,-1 0 0</inkml:trace>
  <inkml:trace contextRef="#ctx0" brushRef="#br0">17281 16966 8131,'-20'0'388,"4"0"0,2 0 0,2 0 1,-1 0-1,1 0 0,-1 0 0,1 0 934,0 0 0,3 0 1,1 0-452,-2 0-855,5 0 1,-2 6 0,4 4 0,-2 6 0,-1 9 0,-1 7 0,2 6 171,-1 8-195,2 5 0,4 11 0,2 0 0,2-2 0,4-2 1,4-7-1,5-7 61,4-7-416,2-13 0,7 2 0,2-14 0,1-5 0,0-5 0,0-6 0,-1-6 362,-3-5 0,-17-18 0,-3-9 0,0-4 0,0-1 0</inkml:trace>
  <inkml:trace contextRef="#ctx0" brushRef="#br0">17454 17028 7945,'-12'6'82,"0"-1"1,1 5 0,1-3 1244,2-2-709,5 5 0,-7-7 0,6 5 0,1 2 1723,2 1-2285,6 1 0,2 2 0,6 3 0,-1 3 0,2 4 0,1 0 0,3 1 44,1 0-651,-4 5 1,9-3-1,-3 2 1,2-5-1,2-3 551,0-4 0,5-20 0,2-6 0</inkml:trace>
  <inkml:trace contextRef="#ctx0" brushRef="#br0">17764 17028 7945,'-23'-8'188,"1"1"1,3 2 611,1 2 0,1-3 0,5 2 0,-1 2 429,1 0 1,0 4 0,-1 2-1,1 4-808,-1 3 1,4 7 0,-1 3 0,-2 2-480,-2 2 1,3 4 0,-6 2 0,4 4-352,0 4 0,-1 5 0,-1-3 0,-1-1-668,1-2 0,1 0 0,1-4 0,2-4 1077,3-5 0,14-41 0,7-8 0</inkml:trace>
  <inkml:trace contextRef="#ctx0" brushRef="#br0">17814 17140 7923,'-32'25'697,"3"-4"1,9-2 0,3-1 84,3-3 0,8-5 0,3-4 0,7 0-282,8-3 0,6-2 0,8-2 0,3-2-598,4-1 0,-1-4 0,1 2 0,0-1 359,-1-3 0,-2 4-261,-5-3 0,0-4 0,0-7 0</inkml:trace>
  <inkml:trace contextRef="#ctx0" brushRef="#br0">17988 16966 7923,'-13'7'202,"1"0"1,0-3 0,-1 3 844,1 0 0,3 4 0,3-3 0,0 5-497,3 3 0,2 1 1,1 6-1,0 6-948,0 6 1,1 1 0,2 9 0,3 2-434,0 1 0,-3-4 1,3-2-1,-2-5 831,0-4 0,17-25 0,-1-11 0</inkml:trace>
  <inkml:trace contextRef="#ctx0" brushRef="#br0">18174 16942 8103,'-17'13'0,"1"3"751,1 0 1,5 5 0,3-3 0,2 1-224,2 3 1,1 0 0,4 0-1,2-3-1145,4-1 0,9-1 1,2-5-1,0-1 617,-2-2 0,8-15 0,1-8 0</inkml:trace>
  <inkml:trace contextRef="#ctx0" brushRef="#br0">18397 17004 7884,'-1'-7'2909,"-3"3"1,1 2-2311,-5 2 0,3 0-1273,-3 0 0,0 7 0,-4 4 19,-1 4 1,-1 7-1,-1-1 1,-3 2 122,-1 2 0,0 0 0,-3 0 0,2 0 431,2-1 0,3-4 1,7-4 750,4-2-514,2-7 1,5-2 0,4-5 0,7 0 0,2 0 0,4 2 0,-2 1 801,0 1-877,4 5 0,-10 0 0,2 6 0,-6 3 0,-1 1 1,-2 3-1,1 1-84,-3 2 1,-2 0 0,-2-1 0,-2-4-552,-1-3 574,0-3 0,4-35 0,0-8 0</inkml:trace>
  <inkml:trace contextRef="#ctx0" brushRef="#br0">18596 16830 7901,'-9'4'985,"2"2"77,2 1 0,-3-3-889,4 4 1,-1-4 0,7 3 0,1 0 0,2-2 0,2 2 0,1 0 0,1 1 0,-1 1-407,1-1 241,2 0 1,-2 5-1,-2 0 1,0 4-1,-2 4 1,1 2-1,-4 3 415,0 3-320,-2 3 0,0 5 1,0 2-1,-2 3 0,-2 5 1,-4 3-1,-3-3-18,-2-3-270,1-3 1,0-4 0,1-2 0,1-5 184,2-5 0,-28-31 0,-11-3 0</inkml:trace>
  <inkml:trace contextRef="#ctx0" brushRef="#br0">19154 17090 8050,'-13'0'461,"1"0"0,1-1 1650,3-3-1455,2 3 1,8-10 0,2 4 509,4 0 1,4 1-1096,5 6 0,-3-4 0,4 0 0,-2 1 1,2 2-1,1 1-280,4 0-454,0 0 1,2-4 0,-2 0 0,-1 1 662,-1 1 0,-33 13 0,-5 3 0</inkml:trace>
  <inkml:trace contextRef="#ctx0" brushRef="#br0">19154 17363 7987,'-4'13'1883,"0"-1"-1264,-1-5 0,11-2 0,4-5 0,5 0-478,5 0 1,0-4 0,2-1 0,3-1-142,2 1 0,5-7 0,4-2 0,0 0 0,1 0 0</inkml:trace>
  <inkml:trace contextRef="#ctx0" brushRef="#br0">19700 16842 7983,'0'-12'250,"0"0"1,0-1 2365,0 1-2295,0 5 0,0 4 0,0 10 1,0 8-1,-2 6 0,0 6-57,-3 4-367,1 2 1,4 5 0,0 2-1,0 2 1,0-2 0,0-2-1,0-2-2169,0-3 1310,0 3 1,0-11 961,0 0 0,-5-17 0,-2-10 0</inkml:trace>
  <inkml:trace contextRef="#ctx0" brushRef="#br0">19774 16756 8648,'-25'16'0,"2"1"970,2-2 0,7-1 1,8-2-194,0 0 0,3-5 0,9-3 35,6-2-906,1-2 0,10-4 1,-4-2-1,2 1 1,0-2-1,1 1 1,3-1-2163,4 0 1868,-3-1 0,4 1 0,-5 2 0,-2 1 0,-2 0 388,-5 1 0,-13 23 0,-4 8 0</inkml:trace>
  <inkml:trace contextRef="#ctx0" brushRef="#br0">19762 17004 7983,'-13'11'347,"1"-2"0,0-2 1674,-1-1-1542,6-2 0,3-4 0,8 0 0,5 0 0,3 0 1,3 0 526,2 0-1282,5 0 1,-7 0-1,6 0 1,-1 1-1,1 2 1,0 1 0,-1 0 275,0 2 0,8 17 0,-1 10 0</inkml:trace>
  <inkml:trace contextRef="#ctx0" brushRef="#br0">19712 17326 7941,'-19'12'527,"1"-3"1,6-1 2187,-1 2-2051,6 1 0,3-4 0,10-3 1,5-3-566,4-1 1,7 0 0,-1 0 0,3-1-718,5-3 0,2 2 618,2-2 0,9 3 0,7 1 0,1 0 0,0 0 0</inkml:trace>
  <inkml:trace contextRef="#ctx0" brushRef="#br0">20233 16632 7941,'-12'0'404,"3"1"0,1 2 846,-1 1 0,2 1-637,-2-1 0,8-2 0,1 2 0,7-3-391,4-1 1,3 0 0,2 0 0,4 0-989,-1 0 0,4-1 0,-3-2 0,0-1 766,1 1 0,-11 2 0,1 1 0</inkml:trace>
  <inkml:trace contextRef="#ctx0" brushRef="#br0">20270 16718 8042,'-19'17'0,"4"1"318,5 1 1,-1-2 0,4 3-1,0 2 241,3 2 0,3 5 1,1 1-1,0 2-301,0 2 1,0 2 0,1 1 0,2 2-268,1 2 1,0-1 0,-2 6-1,0-1-43,3-1 0,-1 2 0,-4-8 0,0-3 267,0-4 0,0-3 0,0-7 53,0-5 1,1-8 0,3-3-1,5-5-514,2-5 1,6-1-1,4-8 246,3-3 0,22-19 0,7-9 0</inkml:trace>
  <inkml:trace contextRef="#ctx0" brushRef="#br0">20779 16842 7951,'-1'-7'251,"-4"3"1,-3 3-1,-1 0 1453,0-4 0,4 3-504,5-7-787,0 1 0,-2 1 0,0 2 0,-4 2 799,-1 3-1083,4 8 1,-3 9-1,3 8 1,-1 5-1,1 6 1,2 5 0,1 6 459,0 5-658,0 5 0,0 3 1,1-2-1,3-5 1,6-6-1,4-7 1,2-7-1741,-1-9 1564,5-4 1,-7-13 0,4-5 0,-2-4 0,0-8 0,0-5 0,-2-6 244,-4-2 0,-11-16 0,-4-8 0,2-3 0,0 0 0</inkml:trace>
  <inkml:trace contextRef="#ctx0" brushRef="#br0">21040 16830 7951,'-20'12'541,"-2"-1"0,7-1 0,3-3 327,2-2 1,7 5 0,0-3-498,6 0 0,8 4 0,7-3 0,1 3-336,3 2 0,1-1 0,-1 0 0,-3 2-356,-1 3 0,2-2 0,-3 4 0,-2-1-328,-1-3 0,-2-1 0,1-2 0,-2 1 649,-3-1 0,-8-32 0,-7-9 0</inkml:trace>
  <inkml:trace contextRef="#ctx0" brushRef="#br0">21387 16706 7951,'-13'-8'230,"0"1"0,-4 1 508,-4 4 1,2 2 0,0 4 0,0 5 1602,-1 6-2017,0 5 1,-1 9 0,2 1 0,1 2 0,1 1 0,1 0 0,-2 0-360,-2 1-150,5 2 0,-3-3 0,6-1 1,0 0-1,-1-3 0,2-2 0,1-5-1616,2-2 1,5 0 1800,-1-3 0,14-17 0,4-9 0</inkml:trace>
  <inkml:trace contextRef="#ctx0" brushRef="#br0">21288 16991 8168,'-13'8'600,"1"1"1,2-6 0,6-1-31,8-4 1,7-5 0,7-4 0,6 1-1152,3 2 0,8-1 1,-2-3-1,2 1 581,3 3 0,-2-3 0,4 0 0,2 0 0,1 1 0</inkml:trace>
  <inkml:trace contextRef="#ctx0" brushRef="#br0">21511 16780 7924,'-25'6'130,"0"2"0,2 3 0,2 2 0,6 0 2580,5 4-2469,-1-3 0,10 5 0,-2-4 0,5 3 0,3 1 0,2 5 0,3 2-491,1 3-379,1 0 0,-4-4 1,1-1-1,0 1 629,2 0 0,13-11 0,2-3 0</inkml:trace>
  <inkml:trace contextRef="#ctx0" brushRef="#br0">21722 16718 7922,'-15'21'524,"2"0"1,-2-2 0,8 3 0,0-3 1376,3-1-1897,3-1 0,1-5 0,1 1 0,3-2 0,6-3 0,4-4 0,4-3-4,1-1 0,13-22 0,6-5 0</inkml:trace>
  <inkml:trace contextRef="#ctx0" brushRef="#br0">22020 16718 7922,'-13'0'390,"1"6"1,-1 2-1,0 2 408,-4-2 1,3 4 0,-4-1 0,2 5 318,-1-1-1229,-5 4 1,8-5 0,-2 4 0,2-2-1,2 1 1,-1-1 0,1 1-530,-1-1 1,5 1 0,1-5 0,2 1-1454,2-1 2085,2 1 1,2-6 214,3-3 0,-1-3 1,5 0 232,2 4 1,-1 6-1,0 6 1,-4 3-300,1 2 0,-5 3 0,3 4 1,-2 2-356,-2 1 0,0 0 0,0-5 0,1 1-1505,3-5 1720,-2 2 0,3-28 0,-5 0 0</inkml:trace>
  <inkml:trace contextRef="#ctx0" brushRef="#br0">22230 16619 7922,'-12'0'544,"1"2"0,1 0 1,3 4-1,2 1 990,2 2 1,2-2 0,1 3 0,0 2-821,0 3-724,5 7 1,-2-1-1,5 7 1,1 2-1,-1 2 1,0 2-1,0 3-740,-1 5 513,-1-4 0,-6 11 0,0-4 0,-2 3 0,-2 0 1,-4-2-1,-3-5-1130,-1-2 0,-1-9 299,1-5 1,1-8 1067,3-13 0,3-36 0,4-20 0,1-6 0,0 0 0</inkml:trace>
  <inkml:trace contextRef="#ctx0" brushRef="#br0">22429 16545 7901,'-18'7'279,"4"2"0,-1-3 2622,5 1-2445,5-5 1,6 4-1,3-6 1,5 0 0,2 1-1,1 3-110,1 5-703,-1 2 1,-4 1-1,-1 2 1,-1 2-1,-4 5 1,0 3-1,-2 0 213,0 1 206,0 0 0,-4-6 0,-1-2 0,3-2 1,0 0 1602,2 2 0,7-6 0,6-7 0,6-4-1527,4-4 0,6-5 0,2-6-138,0-1 0,-9-16 0,0-8 0,4-1 0,-1 1 0</inkml:trace>
  <inkml:trace contextRef="#ctx0" brushRef="#br0">22851 16681 7838,'-2'-11'160,"0"1"0,-4 4 0,1-1 2519,-1 0-1851,2-1 0,3-1 0,-2 1 0,-1-2 541,1-1 1,3 0-1182,4 3 1,-1 3 0,5 5 0,2 0 0,1 0-1,1 0-335,1 0 0,3 1-53,1 3 0,3 3 0,-2 5 0,0 2 0,0 1 1,-3 3-595,-1 1 0,-3 2 780,-3 4 1,2 0 0,-6 1-1,-1 3 1,-2 4 0,-2 3 276,-3 1 1,-3 6-211,-6 2 1,-3 2-1,-1 0 1,2-2 0,1 2-1,2 0 74,0-1-20,-1-4 1,2-10-1,1-4 1,4-5-1,-1-4 592,0-1-533,4-7 0,-4-7 0,3-8 0,-4-4 0,-3-3-152,-2-2 1,1 5 0,1 0 0,1 0-859,2 1 1,1-4 0,-3 3 843,2-4 0,16-27 0,1-8 0</inkml:trace>
  <inkml:trace contextRef="#ctx0" brushRef="#br0">23173 16954 7980,'-23'12'132,"2"1"0,5-2 1187,2-3-607,7-2 0,3-6 0,9 0 0,8 0 0,6 0 0,4-2 278,2-2 1,4-3-1,2-4 1,-1 2-1033,0 0-628,5 1 1,-8-3 0,5 1-1,-2 3 670,-2 2 0,-8 1 0,-2 4 0</inkml:trace>
  <inkml:trace contextRef="#ctx0" brushRef="#br0">23843 16557 7963,'-14'4'0,"-1"0"635,-1-1 0,3 3 0,6-1 296,2 2 0,1 3 1,4 5-741,0 1 0,1 11 1,2 0-1,2 6 0,2 7 1,3 3-1,0 4 1,-1 1-1,-2 2-1419,-1-1 879,3-5 1,-7-1 0,3-7 0,-1-3 0,0-6 348,-1-4 0,-1-39 0,-2-13 0</inkml:trace>
  <inkml:trace contextRef="#ctx0" brushRef="#br0">23880 16570 7963,'-12'19'181,"-2"0"1,0-4 1746,2 2-1411,-3-1 0,15-9 0,0-3 0,7-4 0,4-4 1226,1-4-1770,6-3 1,-3-1 0,5-1 0,-1 1-1,0 1 1,3 1 0,0 3-326,-1 2 12,2-5 1,-8 9 0,5-3 0,-1 2 339,0 2 0,-14 22 0,-1 6 0</inkml:trace>
  <inkml:trace contextRef="#ctx0" brushRef="#br0">23955 16805 7968,'-13'13'78,"1"-2"1,0-3 2978,-1-4-988,6 3-2132,7-6 0,7 5 0,7-6 0,1 0 0,2 0 0,-1 0 0,1 0-1022,-1 0 0,-1 5 1085,-6 4 0,-9 29 0,-7 9 0</inkml:trace>
  <inkml:trace contextRef="#ctx0" brushRef="#br0">23930 17165 7882,'-12'25'-29,"-1"-1"1,1-6 0,1-4 1059,2-4 0,5-3 0,8 1-593,5-4 1,7-9 0,6-6 0,7-6-834,8-2 1,1-6 394,3-4 0,-7-5 0,7-10 0,0-1 0,3-2 0,1 0 0,0-1 0</inkml:trace>
  <inkml:trace contextRef="#ctx0" brushRef="#br0">24364 16594 7968,'-16'13'484,"-1"-2"1,3-2 1176,5 0 1,-1-5-1052,6 4 1,1-5-1,7 1 1,6-4-361,5-4 0,0-2 0,6-3 1,1 0-749,1 0 1,1-2 0,-2 0 0,-1 1-197,1 2 1,0 4 0,-2-3 0,-3 1-1417,-3 4 0,-6 0 2060,0 2 1,-12 2 0,-3 2 0,-8 4-46,-4 3 0,-2 5 0,-4 2 0,0 2 707,1 2 1,0 1 0,3 2 0,4 0 275,-1 0 0,8 1 0,-1 1 0,4 4-527,4 0 0,2 2 0,1 5 0,0-1-198,0 0 1,1 2 0,2 1 0,3 1-131,0-1 0,-1-3 0,2-4 0,-1-4-161,1-3 0,-3-6 0,5-5-151,0-6 1,2-10 0,2-11 0,1-8 160,2-3 0,-1-2 118,6 0 0,16-33 0,-14 25 0,0 0 0</inkml:trace>
  <inkml:trace contextRef="#ctx0" brushRef="#br0">24860 16681 7947,'-12'4'351,"0"0"0,-1 2 1695,1-2-1516,-1-3 0,8 5 0,5-6 0,7 1 0,4 3 0,0 6 0,0 4 322,1 2-1005,-2 6 1,8 2-1,-6 6 1,1 1 0,-1 0-1,2 0 1,1-1-3352,1-3 2691,1 0 1,-5-4 812,1-2 0,-1-42 0,1-15 0</inkml:trace>
  <inkml:trace contextRef="#ctx0" brushRef="#br0">25146 16607 7947,'-25'12'247,"0"-4"0,2 1 1,1 0 3570,1 2-3370,6 2 1,-3-1 0,5 2 0,1 1 0,1 3 0,1 0 0,3 1 971,2 1-1728,1 6 1,0 1-1,-2 5 1,-1-2 0,-1-1-1,0 0 1,1 1-1231,1 2 1,-2-8 0,3-1 1537,-2-4 0,4-35 0,-3-13 0</inkml:trace>
  <inkml:trace contextRef="#ctx0" brushRef="#br0">25084 16830 7947,'-9'12'213,"0"1"0,-1-1 1463,-1 1 0,6-1-766,0 0 0,11-5 0,6-3 0,9-2-849,7-2 0,2-2 1,4-2-1,-2-3-1085,-2 1 1,5-6 1023,-2 4 0,3-8 0,1-4 0</inkml:trace>
  <inkml:trace contextRef="#ctx0" brushRef="#br0">25270 16644 7911,'-14'0'152,"-1"0"0,-2 1 683,2 3 1,5-1-1,4 5 1,0 4 88,3 3 0,2 0 0,2 5 0,2 3-680,1 0 1,6 2 0,-2 1 0,3 3-485,2 4 1,-5-1-1,0-1 1,0 1-686,-1 0 0,3-5 925,-6 2 0,11-19 0,-1-6 0</inkml:trace>
  <inkml:trace contextRef="#ctx0" brushRef="#br0">25505 16594 8782,'-12'0'2149,"4"0"-863,0 0 0,5 2-1182,-1 2 0,2 3 0,2 7 1,0 1-1,0 3 0,2 1 1,2 3-1,3 1 0,1 2-433,0 0 0,-4 0 0,3 0 0,0-2-23,0-2 1,0-3 0,3-6 0,-2-1 58,1-3 0,2-2 0,2-8 0,-1-2 82,1-4 0,-1-9 0,0-5 0,1-4 186,-1-3 1,1-4-1,-2 4 1,-2 0 168,0-1 1,-5 8 0,3-1 0,-2 3 1045,-2 5 0,-2 5-727,-1 2 0,0 11 0,0 2 1,0 11-141,0 8 0,0 3 0,0 4 0,0 1-554,0 0 0,0 2 1,0 6-1,0 1-233,0-1 1,0-1 0,0 0-1,0 1 239,0 1 0,-5 0 1,-2-5-1,-1-1 114,-1-2 0,1-6 1,-4 1-1,-1-6 100,1-6 1,-2-3 0,-1-5 0,-2-4-1028,2-3 1038,1-1 0,-31-44 0,18 17 0,0-1 0</inkml:trace>
  <inkml:trace contextRef="#ctx0" brushRef="#br0">25952 16470 7892,'-18'13'411,"8"-5"0,-2 0 1,2 2 430,4 1 1,1-4 0,10-3 0,3-3-151,3-1-576,1 0 0,5 0 1,-1 0-1,-1 0 1,-1 0-1,-1 0 1,0 2 311,4 2-582,-3-3 0,4 10 0,-6-1 1,0 4-1,0 4 0,-3 1 0,-1 4-1482,2 5 1505,-4 4 0,-1 5 0,-5 0 0,1 2 1,2 1-1,1 1 0,-1 0-340,-1 2 536,-8-4 1,3 7-1,-5-4 1,-2-2-1,1-2 1,-1-2-1,2-1 477,-2-2-333,5-11 0,-6 5 0,2-12 0,-2-2 0,-1-5 937,-1-2-993,1-8 1,0-1-1,-1-5 1,1-1 0,-1-4-1,2-2 1,2-3-1110,0-1 0,7-2 956,-2-4 0,5-14 0,2-7 0,0-4 0,1-1 0</inkml:trace>
  <inkml:trace contextRef="#ctx0" brushRef="#br0">26411 16272 7903,'-12'0'2390,"3"0"-239,1 0-1689,5 0 0,-1 4 0,8 0 1,5-1-1,0 0-65,0 1 1,2-1-1,-5 5-598,1 1 0,3 4 1,-6 2-1,-1 3 1,-2 1-604,-1 3 0,0 2 1,-1 1 504,-3-1 0,-3 0 0,-6-2 0,2-3 0,2-1-318,0-3 0,3-1 2057,-3-2 1,5-5-1,10-3-389,6-2 1,6-6-1,7-2-1168,0-1 1,4 0 0,1-2 116,2 0 0,4-16 0,5-7 0,5-6 0,0 1 0</inkml:trace>
  <inkml:trace contextRef="#ctx0" brushRef="#br0">19712 17587 8064,'-11'-2'-23,"1"-2"0,2-3 1,0-1-1,0 0-988,-1-2 1570,7 4 0,-4-5 1,6 3 219,0-3 0,6 4-577,2 3 1,3-1 0,3 0 0,1 4 0,3 4 0,1 4 168,3 0 0,7 4-407,4-3 1,3 2 0,1-1 0,2-2 0,4 0 0,5-2-74,4 1 138,2-2 1,2-4 0,6-1-1,-27 0 1,1-1 0,1-1 0,2 0-1,-1 0 1,1 0 0,-2-2-1,-1 1 688,31-3-631,-3-4 0,1 6 0,2-5 1,-31 6-1,1 0 0,0-1 1,1 0-1,0 0 0,1-1 1,-1 0-1,0 0 451,-1 0 1,1 0-537,5-1 0,0 1 0,-4 0 1,0 0-1,5 0 0,1 1 0,-2 0 1,0 1-1,0 1 0,0 1 1,-2 0-1,-1 0 0,-2 0 0,0 0-57,-3 0 0,0 1 24,2 0 1,-1 0-1,29 1 1,4 0-1,-1 0 1,-5 0 0,-5 0-1,-8 0 4,-8 0 1,-2 0-1,2-1 1,2-2 11,0-1 1,3-1-1,-6 2 1,-2-1-62,-5 1 1,-6 7-1,-10 4 1,-7 3-83,-4 2 0,-3 1 0,-6 1 0,0 1-39,-3 0 0,-4 1 0,2 0 1,-1-2-581,-1-1 1,5-2 777,-4 1 0,0-12 0,-5-2 0</inkml:trace>
  <inkml:trace contextRef="#ctx0" brushRef="#br0">19179 18219 7882,'-13'7'1335,"4"-3"559,5-8-1826,5 3 0,11-10 1,2 4-1,1-2 1,2 2-1,-1 2 1,1 2-241,-1 2 0,1-3 0,-5 0-613,1 1 0,3 1 785,1 2 0,-17 0 0,-8 0 0</inkml:trace>
  <inkml:trace contextRef="#ctx0" brushRef="#br0">19204 18393 8024,'-6'19'293,"-2"-2"1,4-5 407,4-4 0,5-2 1,9-8-1,1-2-378,2-4 1,5-2-1,-3 1 1,2 2-843,-1 1 1,1 2 0,4 4-1,0 0-776,-1 0 1295,1 0 0,11 28 0,3 6 0</inkml:trace>
  <inkml:trace contextRef="#ctx0" brushRef="#br0">19687 18157 7917,'-12'-4'0,"1"-2"549,3-1 1,-2 3-1,4-3 1801,0 2-2114,3-5 0,-3 10 0,6 0 1,0 9-130,0 6 1,4 5 0,1 9 0,-3 4-42,0 3 0,-2 7 0,0 2 0,0 5-296,0 4 1,0-3 0,0 3 0,1-5-929,3-3 1,-2-11 1157,2-10 0,8-44 0,2-17 0</inkml:trace>
  <inkml:trace contextRef="#ctx0" brushRef="#br0">19675 18107 8121,'-12'13'1730,"-1"-1"-888,1 1 1,10-6 0,6-5 0,6-4-573,3-7 1,4-2-1,4-1 1,3-1-853,0 1 0,-3 0 0,0 1 1,-1 1-450,0 2 1,3 5 1030,-2-1 0,-3 19 0,0 6 0</inkml:trace>
  <inkml:trace contextRef="#ctx0" brushRef="#br0">19687 18355 7917,'-12'13'224,"0"-1"1,5 1 2128,2-1-2190,4-5 1,7-2 0,3-5 0,5 0 0,4 0 0,0-1-1,1-2-486,0-1-1019,-3 0 0,6 4 1342,-6 0 0,-10 44 0,-8 11 0</inkml:trace>
  <inkml:trace contextRef="#ctx0" brushRef="#br0">19687 18641 8027,'-20'12'959,"-1"1"139,6-7 1,4 0 0,11-6-656,7 0 1,5-6 0,5-2-1,3-3-698,4-1 1,1 3 0,-1 1 0,3 0-757,1 1 1,0-4 1010,5 3 0,1-7 0,4-3 0,5-2 0,-1 0 0</inkml:trace>
  <inkml:trace contextRef="#ctx0" brushRef="#br0">20109 18008 7902,'-4'8'0,"-2"-1"47,0-1 0,3 4 1639,-1-2-977,2 3 0,4-4 1,2-3-1,4-4 37,3-4 1,2 2 0,-1-3-705,0-1 1,1 5 0,-1-3 0,1 2-672,-1 2 0,2 0 1,1-1-1,1-2-1390,0-1 0,-7 0 2019,0 4 0,-18 6 0,1 0 0</inkml:trace>
  <inkml:trace contextRef="#ctx0" brushRef="#br0">20196 18070 7902,'-19'7'56,"-3"4"0,5-3 1,2 3 339,1 2 1,3-1 0,1 2 0,4 3 24,0 3 0,2 9 0,4 4 0,0 4-344,0 5 0,5 3 0,2 8 1,2 0-81,-1 0 0,0-4 0,3-3 0,-1-5 116,-2-2 1,-1-9-1,3-5 1,-2-7 80,2-4 0,-4-6 0,3-1 1,0-2-201,2-2 1,2-7 0,-1-4 0,1-3-626,-1-2 1,5-5 630,-1-2 0,5-9 0,2-4 0,1-4 0,-1 1 0</inkml:trace>
  <inkml:trace contextRef="#ctx0" brushRef="#br0">20419 18132 7891,'-19'13'0,"2"-2"376,4-3 0,2 3 0,2-3 0,5 3 375,3 2 1,1-1 0,3 0 0,3 2-492,7 3 0,9 2 1,1 6-1,5 0-769,-1-1 1,0 1 0,-3 1 0,1 2-80,0 1 1,-6 0-1,-2-4 588,-3 0 0,-7-12 0,-2-2 0</inkml:trace>
  <inkml:trace contextRef="#ctx0" brushRef="#br0">20705 18107 7850,'-13'13'0,"1"1"380,-1 2 1,1-1 0,0 6-1,-1 2 482,1 5 1,1 0-1,1 3 1,2 1-319,-2 0-664,-1-5 0,3 8 0,0-6 1,-2-2-1,-1-1 0,-2-2 0,2-4-1709,3-3 1829,-3-3 0,10-18 0,-5-5 0</inkml:trace>
  <inkml:trace contextRef="#ctx0" brushRef="#br0">20742 17921 7837,'-13'13'470,"1"-2"3001,0-3-1340,-1 3-2144,12-15 1,2 7 0,12-10 0,-1 0-1,0 1 1,1 1-1101,-1 2 0,-1 7 0,-3 5 1,-3 2 800,-4 1 1,-1 2 0,0 2 0,-1 5 797,-4 2 1,3-2 0,-7-2 0,0 1 288,-2-1 1,3-5 0,1 0 1287,1-5 0,5-7-2203,9-2 0,2-6 0,10-6 0,1-1-2415,-2 1 2555,5-1 0,28-16 0,-19 13 0,0-1 0</inkml:trace>
  <inkml:trace contextRef="#ctx0" brushRef="#br0">21052 17921 7824,'-12'2'636,"-1"2"0,2-1 378,3 5 1,2-4 0,8 3-922,2-2 0,4 5 0,7-2 0,2 3 0,-1 2 0,1 1 0,-1 1 0,0 1 0,-4 1-1469,-4 1 1322,3 1 1,-5 4 0,3-1 0,-2 1 0,-1 1 0,-2 5 0,0 4 103,0 6 19,0-2 1,-4 6-1,0-6 1,0 0-1,0 0 1,0-1-1,0-3 440,0-4-355,0-8 1,-1-3 0,-2-6 0,-2-1 0,-2-2 1659,-3-5-1627,5-3 1,-6-5 0,2-2 0,-2 0-1,-1-4 1,0-1 0,-2-1-761,-3-1 490,3 1 83,-9-1 0,-25-1 0,-12-1 0,-7-1 0,-1-1 0</inkml:trace>
  <inkml:trace contextRef="#ctx0" brushRef="#br0">21412 18269 7881,'-9'4'591,"1"1"0,0 2 1942,1 3-2261,1-5 0,12 1 1,2-6-1,5 0 0,2-2 1,3 0-1,0-2 1179,0 1-1530,4-4 0,-3 6 0,4-5 0,-1 2 0,-2-2 0,-1 0 0,0-3-1221,3 2-1314,-4-4 2614,0 4 0,-5-38 0,-1-9 0</inkml:trace>
  <inkml:trace contextRef="#ctx0" brushRef="#br0">21623 17971 7854,'-14'32'237,"-3"-3"0,5 1 0,-2 0 0,4 2 1712,1 2-1704,3 8 1,-3 0-1,4 5 1,3-3-1,2 1 1,4-4 0,3-3 694,0-6-1386,4-4 1,-3-13-1,7-4 446,2-4 0,5-36 0,-3-13 0</inkml:trace>
  <inkml:trace contextRef="#ctx0" brushRef="#br0">21759 18033 7847,'0'12'2552,"0"-3"-1754,0-1 0,1-5 0,4 1 0,3-3-504,3-1 0,5 0 1,1 0-1,-2 0-572,-1 0 0,1 6 0,0 2 1,-2 4-226,-2 5 1,1 2-1,-8 6 1,-1 1 144,-2 3 1,-2-1 0,-3 3 0,-4 0 424,-4-4 1,-4-2 0,-1-3 0,2-3 1032,1-1 0,2-2-436,0-8 0,6-4 0,8-8-574,9-4 1,6-4 0,10-1-1,2-4-930,4-4 0,3 2 840,1-1 0,-1 0 0,4-3 0,2-3 0,1-1 0</inkml:trace>
  <inkml:trace contextRef="#ctx0" brushRef="#br0">22218 17921 7847,'-5'-7'765,"3"1"0,-3 3 128,-1-1 1,5 5 0,-3 7-250,2 3-554,2 7 1,4-3-1,0 6 1,1 1 0,-1 3-1,0 4 1,-1 5 84,-2 6-427,-1-1 0,4 13 1,0-3-1,-1-3 1,-2-3-1,-1-6 0,0-4-3217,0-4 3469,0-8 0,6-75 0,-3 16 0,1-1 0</inkml:trace>
  <inkml:trace contextRef="#ctx0" brushRef="#br0">22243 17983 7847,'-13'6'389,"1"-3"2500,0 5-2355,5 0 1,7-2 0,8-5-1,3-5-285,1-3 1,5-1 0,1-3 0,0 1-343,0 2 1,4 0 0,-2-5 0,4 1-528,1-1 1,-2 5 0,-1 1 0,-1 0 619,1 0 0,-37 49 0,-9 7 0</inkml:trace>
  <inkml:trace contextRef="#ctx0" brushRef="#br0">22280 18132 8097,'1'11'861,"4"-2"1,1-8-1,8-7 1,1-1-1109,2-2 1,1 3 0,-3 2 0,2 1 246,-2-1 0,-18 36 0,-5 4 0</inkml:trace>
  <inkml:trace contextRef="#ctx0" brushRef="#br0">22280 18417 7847,'-12'20'193,"-1"-4"1,5-2 753,0-2 1,12-5 0,3-4 540,7-6-1407,8-4 1,-3-5-1,6 0 1,-1-1-1,1 1 1,1-1-82,3 1 0,7-18 0,4-7 0,6-4 0,1 0 0</inkml:trace>
  <inkml:trace contextRef="#ctx0" brushRef="#br0">22714 17872 7847,'-12'5'0,"-1"4"511,1 2 0,1 1 272,3 0 0,4-5 1,8-3-1,5-4 0,7-2 1,3-4-1,2-1-871,-1-2 0,-1-2 0,4-2 0,-3 2-730,2 3 0,-4-3 1,-1 4-1,-3-1-2772,-2-1 3590,0 7 0,-32 13 0,-9 9 0</inkml:trace>
  <inkml:trace contextRef="#ctx0" brushRef="#br0">22813 17847 7762,'-12'0'0,"0"0"-33,-1 0 0,1 4 1,-1 2-1,1 1 802,0 2 0,3 2 0,2 3 1,2 2 907,2 5-1587,2 3 1,1 2 0,1 3-1,2 5 1,2 5 0,2 5-1,2 3-120,-2 4 1,-2 5 0,-5-1 0,1 0-41,4 1 0,-4-8 1,3-8-1,-3-6 301,-1-5 0,2 0 0,1-4 688,1-6 1,5-9 0,1-6-706,5-3 0,-1-5 0,4-1 1,-2-1-260,1 1 0,9-4 45,-1 5 0,14-22 0,-1-1 0</inkml:trace>
  <inkml:trace contextRef="#ctx0" brushRef="#br0">23062 17971 7957,'-17'0'555,"1"0"1,3 4-1,5 0 1508,-2-1-1817,10-2 1,2 1 0,10 2 0,0 4 0,1 3 0,1 2 0,1 0 520,1 4-747,1 2 0,-1 6 0,2-2 0,0 1 0,0-1 0,-3 2 0,-1-1-1570,-2-2 1017,1-2 1,-1 0 0,1-5 0,-1-6-1,-1-6 1,-1-6-2684,-2-5 3109,-5-8 1,2-8 0,-3-21 0,0-16 106,0 23 0,1 0 10,1-31 0,-4 46 1,0 2-1,0-1 0,0 1 1,0 5-1,0 2 1923,0 2-1315,-6 5 0,-1 1 0,-5 8 0,-1 2 0,2 4 1,2 5 359,1 3 1,-1 3 0,-3 6 0,-1 0-808,1 0 0,0 4 1,-1 1-1,1 0-357,-1 1 0,5 2 1,0-4-1,0 0-537,1 1 0,-3-4 0,6 2 0,1-6-3111,2-6 3834,1-2 0,22-35 0,5-8 0</inkml:trace>
  <inkml:trace contextRef="#ctx0" brushRef="#br0">23409 18070 8148,'-17'13'1057,"1"-1"1,3-4-382,5 1 1,7-3 0,1 3-289,7-5-388,4-3 0,34-23 0,9-5 0</inkml:trace>
  <inkml:trace contextRef="#ctx0" brushRef="#br0">23694 17872 8188,'-19'12'0,"2"-1"353,4-3 1,0 2 0,1-4 151,-1 1 1,7-3 0,3 3-527,6-2 0,3 3 0,7-4 1,-1 1-415,1 0 0,-1-2 0,0 4 0,1 0-264,-1 0 722,1-5 1,-1 9 0,0-4-1,1 0 153,-1-3 0,-3-2 893,-1-2-812,-5 0 0,2-2 0,-5-2-26,0-4-200,0-3 1,0-2 0,0 1-1,0 0 1,0-1 0,0 1 192,0-1 0,0 1 0,1 0 126,4-1 1,-4 1 182,3-1 0,-2 5-215,-2 0 0,-2 5-322,-2-1 1,3 4-773,-4 4-282,4-3 78,1 5 384,0-6 1,-4 1-846,0 3 1441,0-2 0,-2 25 0,-1 1 0</inkml:trace>
  <inkml:trace contextRef="#ctx0" brushRef="#br0">23694 17760 7909,'-25'13'0,"2"-1"350,2 0 0,2-3 0,5-1 0,0 2 630,3 1 1,3 1-1,0 0-523,4 1 0,8-5 1,4 2-1,3 2-348,2 3 0,5 6 0,2-3 0,2 1-30,-1 3 0,2 2 0,-2 0 0,1 0-303,-1-3 1,-3-2 0,-5-4 0,3 1-629,0 0 0,-3-4 0,-5-4-1014,2-4 1866,-5-2 0,1-52 0,-6-12 0</inkml:trace>
  <inkml:trace contextRef="#ctx0" brushRef="#br0">23992 17810 7909,'-12'0'124,"-5"4"1,1 0-1,2 0 617,4 2 1,-1-5 0,4 5-1,-1-2 164,0 0 0,3 5 0,-1 0-945,0 2 1,1 3-1,2 1 1,-3 3-604,-1 1 0,5-3 0,-4 5 0,2 0 8,0-2 1,-4-1-1,3-6 1,3 1-224,0-1 1,-2 1 707,0-1 304,0-5 0,5-2 0,2-6 180,1-3 1,0-3 0,-2-4 127,2 3 0,-3 1 105,3 3-205,-2 2 0,-4-3 386,-2 5-485,3 0 1,-6 4 0,4 1-82,-1 2 1,0 2 0,4 3-1,0 0 5,0 1 0,0 1 1,0 2-1,0 5-58,0 2 1,0 3 0,0 2 0,0 2-502,0 2 0,0 1 0,0 3 1,0-3-425,0-4 0,0-3 0,0-1-441,0 0 1237,0-6 0,0-45 0,0-17 0</inkml:trace>
  <inkml:trace contextRef="#ctx0" brushRef="#br0">24153 17760 7909,'-8'0'144,"0"0"0,-2 0 1107,-1 0 1,4-5 0,4-2 443,6 0-1456,4-4 0,10 8 0,-1-4 0,1 0 0,1 2 0,1-1 0,2 4 704,-1 0-1029,1 2 0,-2 2 1,-2 3-1,-2 6 0,0 6 1,2 2-1,-4 3-684,-3 1 644,1 2 1,-10 0 0,4 0 0,-4 1-1,-1 0 1,0 0 0,0-2-610,0-1 790,0 1 0,-4 0 0,0 1 0,0 0 0,-1 0 0,1 0 0,2-1 634,0 1-707,2 6 0,0-5 0,0 3 0,0-3 0,0-1 1,0-1-1,0 1-140,0 0 172,0-6 0,-4 3 0,0-5 0,1-2 0,0-1 0,1-2 1,-3 1 1387,3-1-1129,-5-5 1,4 4-1,-5-3 1,-2 3 0,-1 0-1,0-1 82,3-2 1,-3-5-1,3 1 1,-3-2-587,-2-2 1,-3 0-1,-2 0 1,0 0-2237,0 0 2467,-4-6 0,-15 3 0,-6-1 0,-8-2 0,1 0 0</inkml:trace>
  <inkml:trace contextRef="#ctx0" brushRef="#br0">24612 18145 7982,'-14'5'265,"-2"-3"1,9 3 0,-1-1 523,0 0 0,6 0 0,4-4 0,7 0 189,6 0-850,7 0 1,-6 0 0,4 0-1,2 0 1,2-1 0,-1-2 0,-1-1-1224,-1 1 840,-6 2 0,7 1 0,-5-1 1,-1-2 254,2-1 0,-21-44 0,1-8 0</inkml:trace>
  <inkml:trace contextRef="#ctx0" brushRef="#br0">24761 17934 7929,'-12'18'18,"-1"0"1,2 4 0,3 0 385,4 4 0,3-1 1,1 5-1,0 0 1203,0 3-1704,0 3 1,1 6 0,2 0 0,1 1 0,0 0 0,0-3 0,0-2-1489,-1-1 1585,4-5 0,0-24 0,5-10 0</inkml:trace>
  <inkml:trace contextRef="#ctx0" brushRef="#br0">25096 17921 7929,'-19'0'240,"1"0"1,5 2 2275,1 2-2223,5 3 1,-2 5-1,4 2 1,3 3-1,0 5 1,2 5 0,0 8-358,0 5 0,2-1 1,2 7-1,3-1-755,0 0 0,4-4 819,-3-8 0,14-52 0,4-19 0</inkml:trace>
  <inkml:trace contextRef="#ctx0" brushRef="#br0">25220 17859 7929,'-18'0'211,"-1"0"1,0 2 827,2 2 0,5-1 0,3 5-368,5 2 0,4-5 0,6-1 0,6-2-538,7-2 1,5-5 0,1 0-1,0-2-926,-1-3 0,1 4 0,0-1 793,0 1 0,-6 13 0,-1 7 0</inkml:trace>
  <inkml:trace contextRef="#ctx0" brushRef="#br0">25084 18120 7929,'-31'23'212,"7"-2"1,4-3 577,8-6 0,10-5 0,8-3 1,8-4-521,6-4 1,5-1 0,3-5 0,2 2-552,2-2 1,-3 0 0,2 2 0,0 3-8,-4-1 288,0 5 0,-8 17 0,-1 12 0</inkml:trace>
  <inkml:trace contextRef="#ctx0" brushRef="#br0">25171 18380 7903,'-25'13'94,"0"-1"0,6-1 0,3-1 687,7-2 0,5-5 1,8 1-328,4-3 0,9-2 0,5-3 0,5-4-355,6-4 1,3 1-100,1 3 0,7-27 0,5-12 0,-14 14 0,0 1 0,1 0 0</inkml:trace>
  <inkml:trace contextRef="#ctx0" brushRef="#br0">25567 17822 7921,'-23'8'0,"2"1"2376,5 0-1576,8-3 0,3-1 1,11-5-1,6-1-617,8-3 0,4-3 0,4-5 0,2-1-646,2 1 1,1 4 0,3-1 0,-2 1 462,0 1 0,4-9 0,6 2 0</inkml:trace>
  <inkml:trace contextRef="#ctx0" brushRef="#br0">25741 17797 7957,'-25'13'0,"1"-1"266,-1 1 0,1 0 0,4 3 0,3 0 407,3-1 1,7 4 0,3 1 0,3 2 212,1 3-836,0-3 0,0 14 1,0-3-1,0 4 1,0 4-1,0 5 1,0 2 12,0 1 1,0 0-1,0-4 1,0-5 298,0-5 1,0-5 0,0-7-1,0-2-125,0-4 1,5-9 0,4-4 0,3-4-345,5-4 1,-2-4 0,5-9 0,4-4-2006,3-2 2112,0-2 0,5-9 0,5-6 0,-1-4 0,1 1 0</inkml:trace>
  <inkml:trace contextRef="#ctx0" brushRef="#br0">25977 17946 8278,'-13'0'2582,"2"2"-2133,3 2 0,3 3 1,5 5-1,1 0-427,3 1 1,3 1-1,7 1 1,2 1-1078,5-1 1,7-1 1054,1-1 0,38-18 0,-30 1 0,-1 0 0</inkml:trace>
  <inkml:trace contextRef="#ctx0" brushRef="#br0">26324 17946 7900,'-12'-5'174,"-5"3"1,1-2 0,1 3 784,1 1 0,1 0 1,1 0-1,0 0 1363,-1 0-2277,1 5 1,3 1-1,3 3 1,0 0-1,2 2 1,-2 3 0,0 3-581,-1 3 1,-4-1 0,2 3 0,-2-1 260,-1 1 1,4-3-1,-1 0 1,0 1-668,-2-1 1,0-4-1,1 2 1,3-4 725,2 0 1,0-5 469,5 0 1,6-5 0,2 3-1,3-1 49,2 3 0,-1 3 0,0 3 0,0 3-209,-4 3 1,3 0-1,-4 0 1,0 4-299,-3 3 1,1-5 0,-1 2 0,-1-5 202,-1-4 0,-8-28 0,-1-10 0</inkml:trace>
  <inkml:trace contextRef="#ctx0" brushRef="#br0">26399 17785 8204,'-13'0'0,"1"0"1157,-1 0 1,2-1-274,3-4 1,4 0 0,8-3-1,4 2-768,3 1 0,2 3 0,-1-2 0,1 6-756,-1 6 0,-4 0 0,-1 10 0,-1 0 196,-4 3 1,0 2 0,-2 2 0,0 0 359,0-1 0,-4-3 0,-2-2 0,1-1 802,-1-3 1,1-6 223,1-5 1,8-3 0,0-2-1,7-5-1016,5-6 0,0 0 0,4-6 74,2 0 0,18-13 0,6-7 0</inkml:trace>
  <inkml:trace contextRef="#ctx0" brushRef="#br0">26659 17723 7900,'-12'-7'0,"-1"2"657,1-1 0,4 3 0,1-5 1052,1-2 1,2 3-1529,4-1 1,1 1 0,4-1 0,3 4 0,3 3 0,1 1 0,1 0 0,-1 1 0,1 3-453,-1 4 120,0 3 1,1 6 0,-2 1 0,-2 1 0,-2 3 0,0 3 0,-1 3-1485,-1 0 1600,5 1 0,-9 2 1,3 0-1,-2 2 0,-2 1 1,0-1-1,0-2-225,0-2 252,-6 3 1,5-7 0,-3 2 0,2-3 0,2-1 0,0-2 0,0-2-574,0-4 597,0 5 0,0-7 1,0 4-1,0-3 1,0-2-1,-1 0 441,-3 1-151,2-1 0,-9-3 0,3-1 0,-3 0 0,-1-1 2295,-1-3-2238,6 3 0,-4-6 1,3 4-1,-3-3 1,-1 1 734,-1 1-1087,1 0 0,4-4 1,-1 0-1,0 0 0,-2 0 1,-2 0-90,1 0 1,4 0 0,-1 0-4964,0 0 5041,-2 0 0,-40-11 0,-10-3 0</inkml:trace>
  <inkml:trace contextRef="#ctx0" brushRef="#br0">27081 18120 8234,'-7'12'379,"-4"1"0,4-1 0,0 0 0,4 1 2849,6-1-3053,4-5 1,6-1-1,-1-6 1,2 0 0,1-2-1,3 0 1,1-4-116,3-1 1,-3 3-491,2-4 1,0 1 0,4-3 0,-1 3 0,0 2 0,-2 1-2544,-1-2 2973,-1 5 0,5-16 0,0 3 0</inkml:trace>
  <inkml:trace contextRef="#ctx0" brushRef="#br0">27726 17735 8259,'0'-12'790,"-6"5"857,-2 3-1474,-3 3 1,3 6 0,1 3-1,0 5 1,0 3 0,-1 6-1,0 5 383,-1 1-602,7 7 0,-8 2 0,6 9 1,1 2-1,2 3 0,1 1 0,1 3 122,3 2 1,3 2-92,6-1 1,0-6 0,4-16-1,4-4 1,2-7 0,2-9-293,0-6-552,5-5 1,-2-10 858,5-3 0,11-31 0,7-8 0</inkml:trace>
  <inkml:trace contextRef="#ctx0" brushRef="#br0">28148 17735 8454,'-8'0'916,"-1"0"1,6 2 0,-1 2 0,3 4-678,1 3 1,0 7 0,0 3 0,0 4-30,0 3-460,5 4 0,-3 10 0,3 0 1,0 2-1,0 2 0,1-2 250,-1-3 0,10-8 0,-1-2 0</inkml:trace>
  <inkml:trace contextRef="#ctx0" brushRef="#br0">28235 17748 8201,'-18'12'372,"5"1"0,0-1 284,3 0-86,7 1 0,-1-6 0,9-3 0,8-4 1,6-4-1,5-6 0,0-5 819,1-6-1850,0 3 0,0-1 1,0 4-1,-1-2 0,1 2 1,0 1-1,-1 3-3811,-4 3 4272,-2 3 0,-39 49 0,-7 11 0</inkml:trace>
  <inkml:trace contextRef="#ctx0" brushRef="#br0">28235 18033 8201,'0'8'-32,"0"1"1,1-7-1,3 2 1,6-4 382,5-4 1,4-3 0,6-4-1,0 2-638,0 0 0,-1 3 287,1-3 0,22 4 0,6 5 0</inkml:trace>
  <inkml:trace contextRef="#ctx0" brushRef="#br0">28346 18207 8167,'-20'20'0,"0"0"738,2-2 1,9-3-224,9-7 1,11-3-1,9-6 1,5-4 107,4-8-1225,3-5 0,5-2 602,0-1 0,17-22 0,-25 17 0,0 0 0</inkml:trace>
  <inkml:trace contextRef="#ctx0" brushRef="#br0">28694 17723 8142,'-16'12'0,"3"1"0,3-1 1235,3 1 0,4-2 979,8-3-2190,1-3 1,8-6-1,1-3 1,3-4-1,2-3 1,2-2-1,1 1-3127,2-1 1924,0-5 1179,-6 5 0,-1-22 0,-6 2 0</inkml:trace>
  <inkml:trace contextRef="#ctx0" brushRef="#br0">28706 17773 8142,'-19'24'284,"2"1"0,9-4 0,4 0 0,2-1 228,2-1 0,0 8 0,0-4 0,2 2-369,2 2 0,-1 2 1,4 0-1,-1 3-428,1 0 0,-4-1 1,1-2-1,-2 3-53,-2 0 1,0 2-1,0-6 1,0-5-33,0-5 0,1-6 373,3-3 1,3-15 0,7-12 0,1-8-11,2-7 1,5-1-1,-2-1 1,4 2 6,0-1 0,4 1 0,2-3 0,3-4 0,1 1 0</inkml:trace>
  <inkml:trace contextRef="#ctx0" brushRef="#br0">28942 17934 8142,'-21'0'0,"2"1"0,1 2 415,3 1 1,1 4 0,1-2 586,1 1 1,5 1 0,4 4-728,6 1 1,4-1 0,7 1-1,2 0-313,5 4 0,4-3 0,2 4 0,2-2-194,-1 1 1,2 3 0,-1-2 0,-1 0-309,-2 0 1,-3-1 0,-1-4-1,-1 1 540,1-1 0,-9-42 0,-2-20 0</inkml:trace>
  <inkml:trace contextRef="#ctx0" brushRef="#br0">29190 17884 8142,'-17'3'144,"1"4"1,1 5 482,1 2 1,1 0 0,1-2-1,0 1 407,-1-1 1,1 0 0,-1 1-724,1-1 1,1 1 0,1-1-1,2 0-285,-2 1 1,-1 5-1,-1 4 1,0 4-615,-1 3 0,-3 8 1,-1-1-1,2 0-589,1 0 1,3-3 1176,3-9 0,2-4 0,6-2 0</inkml:trace>
  <inkml:trace contextRef="#ctx0" brushRef="#br0">29202 17673 8105,'0'-8'0,"0"0"171,0-2 289,0-1 1,0 3-1,2 1 2002,2 1-2207,-3 2 0,10 6 1,-4 2-1,1 4 1,1 3 461,0 2-691,-3-1 1,5 4 0,-3 2 0,3 0-1,1 2 1,1-1 0,1 2-216,2-2 10,-2 4 0,4-3 0,-7 4 0,-1 3 0,-4 0 0,1 3 0,-1 1-220,-1-1 542,0 5 0,-7-8 1,-2 6-1,-4 2 1,-3-1-1,-3-1 1,-1-4 197,-2-3 0,-1-2 0,3-2 0,-3-4-237,-1-5 0,4 1 0,-2-10 0,3-1-339,2-2 1,0-6-1,1-3 1,2-5-355,5-3 1,3 1 588,1-6 0,11-27 0,3-12 0</inkml:trace>
  <inkml:trace contextRef="#ctx0" brushRef="#br0">29562 17326 8099,'-25'12'541,"5"1"0,0-1 0,2-1 1,3-1 937,1-2 1,9-5 0,3 0-915,5-6-765,7 2 1,-3-9-1,5 6 1,-1 2-540,-3 5 505,-2 4 1,-6 10-1,-1 1 1,-4-1 0,-3 3-1,-3-2 1,-1 1-147,-1 0 968,1-4 1,5 3 0,4-7 0,7-2 2025,9-5-2507,5-3 1,8-6 0,3-4-1,4 0 1,3-1 0,1 2-1,-1 0-107,-3 1 0,25-10 0,1 3 0</inkml:trace>
  <inkml:trace contextRef="#ctx0" brushRef="#br0">29760 17835 9037,'0'-7'1888,"2"1"0,2 6-2015,4 0 0,5 0 0,3 0 0,5 0-1893,2 0 2020,2 0 0,12 0 0,6 0 0,4 0 0,0 0 0</inkml:trace>
  <inkml:trace contextRef="#ctx0" brushRef="#br0">30269 17537 8078,'-5'12'271,"3"-3"1,-3-3-1,1 1 1,-1 0 1346,3 3 0,2 0-936,4-2-728,3 3 0,4-8 1,-2 5-1,0 2 1,0 1-1,1 2 1,0 4-524,-2 4 0,-5 3 225,1 5 1,-3 4-1,-1 7 1,-1 3 0,-3 0-1,-6 1-827,-5 0 1,1-4 1278,-3 1 0,0-8 1,-1-5-1,0-5 1,0-5 1542,3-4 1,6-6-1146,5-12 0,4-1 0,4-5 0,6 2 0,4-2-172,2-1 1,6 3 0,-1-1-839,3 0 0,4 2 1,3 0 503,0 2 0,8-12 0,5-4 0,6 1 0,-1-1 0</inkml:trace>
  <inkml:trace contextRef="#ctx0" brushRef="#br0">30691 17611 7576,'-13'0'968,"7"-1"33,1-3 0,3 2-890,-2-2 0,2 6 0,-2 5 1,3 6-1,2 7 0,2 7 0,1 8 1,-1 6-1,-2 3-2038,-1 3 1666,6 7 1,-5-3 0,4 2 260,1-2 0,1-18 0,5-4 0</inkml:trace>
  <inkml:trace contextRef="#ctx0" brushRef="#br0">30741 17624 8080,'-31'23'229,"6"-1"1,7-2 2153,5-3-2026,0 0 1,6-9 0,5-1 0,4-1 0,8-4 0,5-2 0,4-5 877,1-8-1316,3 1 1,-3-7 0,4 4 0,0-2 0,-2 2 0,-3 3 0,0 2-1847,1 2 1431,-5 5 0,3-3 0,-6 6 0,1 3 0,-2 4 496,-3 5 0,-22 20 0,-11 7 0,-2 1 0,-1 1 0</inkml:trace>
  <inkml:trace contextRef="#ctx0" brushRef="#br0">30790 17859 8006,'-12'17'0,"-1"-1"-26,1 0 1,0-3-1,0 0 959,4-1 1,3-4-1,6-1-818,3-1 0,3-2 0,6-4 1,-1 0-662,0 0 1,-3 4 0,-1 2-1,0 1-118,-1 2 0,3 2 0,-6 2 0,-1-1 664,-2 0 0,-1 5 0,0 1 0,-1 0 0,-4 0 0,-1 2 0,-7-3 0,1-1 526,-1 2 0,1-5 0,0 1 2899,-1-5-3091,6-6 0,7-3 0,8-8 0,5-3-294,3-2 0,2 5 0,4 0 0,-1-2-40,1-1 0,18-23 0,6-6 0</inkml:trace>
  <inkml:trace contextRef="#ctx0" brushRef="#br0">30927 17735 8091,'0'-12'1226,"0"5"0,1 2 0,3 3-820,4-2 0,5 3 0,2-3 0,3 2-786,1 2 190,2-5 1,5 2 0,2-5 0,1-1-1,-2 1 1,-1 0 0,-2 0-3125,-4 1 3314,-2 1 0,-27 6 0,-6 0 0</inkml:trace>
  <inkml:trace contextRef="#ctx0" brushRef="#br0">31088 17760 7681,'-17'18'0,"1"3"236,1 2 0,5-2 0,3 0 1,2 1 273,2 1 1,1 2 0,4-2 0,2-1 244,4-1-805,3 0 0,2 3 0,-1 1 0,0 0 0,-1-2 1,-1-2-1,-2-4-499,2-4 1,1-4 0,1-2 113,1-2 0,-1-2 435,1-7 0,5-47 0,1-17 0</inkml:trace>
  <inkml:trace contextRef="#ctx0" brushRef="#br0">31274 17711 8091,'-19'20'0,"2"1"0,3 0 515,2-2 1,1 4 0,3-3 0,3 0 334,4 1 1,2-6 0,4 2-1,4-2-868,6 1 1,1-5 0,4 3-1,1-1-647,-2-4 1,5 1 0,-5 2 0,2-1-852,-1-3 0,-3 4 1516,4-4 0,-12-3 0,2 1 0</inkml:trace>
  <inkml:trace contextRef="#ctx0" brushRef="#br0">31460 17859 8091,'-12'0'117,"-1"0"1,1 0 0,-1 2 754,1 2 1,0 7-1,-1 7 1,1 1-457,-1 3 1,1 2 0,0 0 0,-1 1-614,1 0 0,1-2 1,1-1-1,3-2 197,2-2 0,1-13 0,4-6 0</inkml:trace>
  <inkml:trace contextRef="#ctx0" brushRef="#br0">31609 17611 8067,'-7'-5'0,"-4"2"0,3-4 0,-3 2 1021,-2 2 0,6 7 0,3 4 669,3 3-1592,1-4 1,5 4 0,4-4 0,0 1-1,1-1 1,-2 0 0,2-1 5,1-1-117,1 5 1,1-3 0,-1 5-1,-1 1 1,-3-1 0,-2 0-837,-1 1 670,-3-1 0,3 2 0,-3 1 0,0 2 1,3-2-1,-3 0 0,0 0-506,-2 2 699,0-1 1,-2-2 0,0 1 0,-4 2 0,1-2 0,-2-1 0,0-2 771,-3 0-650,-1 1 0,0-1 1,1 1-1,2 0 1,-1 3-1,-3 0 1,0-1 270,0-1-378,-1-2 1,5 1 0,0-2 0,-1-2-1,1-2 1,0-1 414,-2-3-247,5-2 0,-6-1 0,2 0 0,-2 0 0,-1 0 0,0 0 87,-1 0 1,1 0 0,-1 0-994,1 0 1,1-1 708,3-3 0,35-53 0,-6 20 0,0 0 0</inkml:trace>
  <inkml:trace contextRef="#ctx0" brushRef="#br0">31869 17636 8067,'-6'6'-168,"-4"-4"-10,6 7 20,-6-7 1,9 3 0,-2-10 0,4-3 355,3-3 104,1 4 1,-5 0 653,0 3-80,0 3-1,0-5-660,0 6 77,-6 0 519,5 0-147,-5 0-636,6 0 0,0 2-1286,0 2-279,0-3 699,0 5 297,0-6-308,0 0 849,0 5 0,6-9 0,1 3 0</inkml:trace>
  <inkml:trace contextRef="#ctx0" brushRef="#br0">31857 17599 6830,'0'-7'1979,"0"2"1,-1 6 0,-2 3-1914,-1 4 1,0 7 0,4 3 0,0 2-700,0 2 433,0 7 1,-5 2 0,1 8 0,2 2 0,0 3 0,2 2 0,0-1-2351,0 2 2190,0-4 1,0-2 0,0-8 359,0-4 0,11-52 0,3-14 0</inkml:trace>
  <inkml:trace contextRef="#ctx0" brushRef="#br0">31969 17624 8136,'-24'4'0,"2"1"532,1 2 1,6 2 1653,-1 3 1,9-5-870,7-3-1399,11-14 0,4 2 0,6-8 1,1 2-1,1 0 0,2 0 0,-2 0 82,-2 3 0,8 7 0,-3-1 0</inkml:trace>
  <inkml:trace contextRef="#ctx0" brushRef="#br0">31882 17847 8195,'-13'15'0,"2"-1"655,3-3 1,0-3-298,8 0 1,3-2 0,10-7-1,5-4-70,7-3-208,0-3-80,11-1 0,18-12 0,10-2 0</inkml:trace>
  <inkml:trace contextRef="#ctx0" brushRef="#br0">31894 18070 8077,'-16'20'0,"-1"-4"0,3-2 461,5-2 0,6-5-136,11-3 0,6-12 0,12-6-325,3-4 0,2-9 0,3-5 0,5-4 0,0-1 0</inkml:trace>
  <inkml:trace contextRef="#ctx0" brushRef="#br0">32279 17636 8077,'-25'8'584,"2"1"1,2 0 2394,4 2-2211,4-4 0,13-1 1,6-8-1,10-2-1020,3-4 0,2-4 0,3-4 1,0 0-1665,-4 1 0,3 2 1916,-7 5 0,1-8 0,-5 2 0</inkml:trace>
  <inkml:trace contextRef="#ctx0" brushRef="#br0">32304 17636 8077,'-13'13'-222,"1"-1"1,-1 2-1,1 1 482,0 1 1,-1 2-1,2-1 1,1 4 224,2 2 1,4 2 0,-3 0 0,2 1-560,2 3 0,2-3 1,1 3-1,0-2-24,0 2 0,0-3 0,0 2 0,0-5 46,0-2 0,0-10 0,1 0 1,2-3 181,1-1 1,5-5-1,1-2 1,4-9-248,2-6 0,6-4 0,-2-6 0,0 0 117,1 1 0,-5-8 0,0-5 0,3-3 0,0 0 0</inkml:trace>
  <inkml:trace contextRef="#ctx0" brushRef="#br0">32403 17723 8077,'-8'0'543,"-1"0"0,2 1 0,-2 3-73,0 5 1,7 2 0,-2 1 0,2 1-391,2-1 1,0 0-1,2-1-800,2-2 0,3-4 1,5-5 719,0 0 0,28-27 0,7-8 0</inkml:trace>
  <inkml:trace contextRef="#ctx0" brushRef="#br0">32539 17636 9628,'-8'4'1310,"1"2"1,0 1-1047,0 2 1,0 2-1,-2 2 1,2 1-400,1 2 0,-3-1 0,2 5 1,-1-1-61,-1 0 0,1 2 1,-3 4-1,1-1-750,2 1 1,0-4 0,-5 0 0,2-1 55,3-1 0,-3-1 765,3-5 0,2-8 0,2-6 143,3-10 1,6-1-1,4-6 1,0 1 124,0 1 0,2 0 0,-3 7 71,3 0 0,-3 7-109,0-2 1,-5 8-1,1 4 1,-2 3 55,-2 1 0,0 5 0,0 1 0,0 0 68,0 0 0,-4 4 0,-1-3 0,1 2-210,-1-1 0,3-4 0,-2 1 0,3 0-20,1-1 0,11-32 0,3-13 0</inkml:trace>
  <inkml:trace contextRef="#ctx0" brushRef="#br0">32614 17525 8137,'-13'4'209,"1"0"0,0 1 0,-1-2 1420,1 1 1,6 0-1414,6-4 1,7 0 0,8 0-1,3 0 1,0 0 0,1 0 0,-1 0-1,0 2 1,-1 0-434,1 3 1,-6 10 0,2 1 0,-4 8-187,-1 5 0,-3 2 1,-2 8-1,-3 2 145,-1 5 1,-5 3 0,-4 2 0,-2 0 3,-1-2 371,0-8 1,-5 0 0,-1-8-1,0-4 1,0-4 0,3-6 0,1-6 1631,2-8-1798,0-3 1,-1-2-1,1-3 1,-1-4-1,1-7 1,-1-4 48,1-4 0,-4-9 0,-2-5 0,-2-4 0,0 0 0</inkml:trace>
  <inkml:trace contextRef="#ctx0" brushRef="#br0">32787 17859 8447,'-6'13'801,"1"-1"1,4-4-410,1 1 1,1-7 0,4 3-498,3-4 0,7-1 0,1-1 0,1-4 0,0-3 1,-1-3-1,-1-1 0,-1-1 0,-2 1 105,1 0 0,-1-34 0,1-8 0</inkml:trace>
  <inkml:trace contextRef="#ctx0" brushRef="#br0">32936 17587 8266,'-12'12'133,"-1"0"1,1 1-1,1-1 1,1 2 2428,2 2-2306,5 4 1,-6 6-1,5 1 1,1 4 0,1 1-1,4 2 1,2 2 297,4 1-1098,-2 0 1,3-4 0,-3-1-1,-1-2 544,1-2 0,4-2 0,-4-1 0</inkml:trace>
  <inkml:trace contextRef="#ctx0" brushRef="#br0">33036 17562 8266,'-6'7'172,"3"4"0,-4-3 0,2 3 0,2 1 194,2 1 0,1 3 0,0 2 0,1 1-973,3 4 351,-2 5 1,7-1 0,-3 3-1,-1 0 1,2 2 0,-1 0-1,-1-3 256,-2-3 0,-13-7 0,-3-1 0</inkml:trace>
  <inkml:trace contextRef="#ctx0" brushRef="#br0">33135 17537 8266,'-25'12'24,"0"1"1,2-1 2755,2 1-286,3-1-2430,17-5 1,3-2 0,15-6 0,4-3 0,2-4 0,2-3 0,0-2-1906,0 1 1129,-6-1 1,3 2 0,-6 2 0,1 2 711,1 1 0,-26 24 0,-2 10 0</inkml:trace>
  <inkml:trace contextRef="#ctx0" brushRef="#br0">33110 17711 8266,'-12'16'18,"-1"1"0,1-1 1,1-3-1,2-1 501,5 0 0,4-5-234,4-3 0,5-2 1,6-2-1,1 0-1715,0 0 1,-3 1 1429,0 3 0,10 31 0,3 12 0</inkml:trace>
  <inkml:trace contextRef="#ctx0" brushRef="#br0">33160 17921 8259,'-13'9'30,"1"-1"0,-1 0 1,1 3-1,0-1 903,-1-2-881,6 0 0,4-3 1,10-8-1,7-8-52,4-3 0,12-14 0,5-7 0,5-3 0,0 1 0</inkml:trace>
  <inkml:trace contextRef="#ctx0" brushRef="#br0">33296 17562 8126,'-12'5'293,"-1"2"1053,1 6-974,5-1 0,4-7 1,10-3-1,5-6-385,2-3 1,4-1 0,-1-6-1,-2 0-497,-1 2 1,-2-4 0,2 8-1,0-3-699,-2-1 1209,3 5 0,-24 7 0,0 7 0</inkml:trace>
  <inkml:trace contextRef="#ctx0" brushRef="#br0">33346 17562 8041,'-11'9'-104,"1"4"0,2 1-10,-2-1 1,3 0 0,0-1 0,2 1 509,2-1 1,2 2 0,1 1 0,0 3-513,0 1 1,0 2 0,0 4 0,0 1-219,0 3 1,-5 1-1,1 3 1,2-4 107,0-3 1,-2-1 0,0 0 0,1-2 112,2-2 0,1-3 115,0-6 0,0-6 0,1-6 1,3-9-3,5-6 0,2 0 0,1-6 0,11-27 0,4-11 0</inkml:trace>
  <inkml:trace contextRef="#ctx0" brushRef="#br0">33383 17673 8041,'-11'9'0,"1"-2"317,2-2 0,4 5 0,-3-2 1,1 3-127,4 1 0,0-3 0,2-1-324,0 2 0,6 1 1,2 0-1856,3-3 1988,1-3 0,17-21 0,4-5 0</inkml:trace>
  <inkml:trace contextRef="#ctx0" brushRef="#br0">33445 17649 7970,'-7'5'400,"-3"2"179,6 5 1,-4-3-589,4-1 0,0 0 0,2 5 0,0-1-223,-3 0 0,0 1 0,2-1 0,-1 2-301,1 2 1,0-2-1,1 4 1,-2-1 532,1-1 0,1 1 0,2-5 0,0 1 0,0-5 0,0 0 0,2-5 0,1 0 0,1-6 0,5 1-113,0-2 1,-4 8 0,-1 6 219,-2 5 1,2-1-1,0 3 1,-1-4-154,-2 0 0,-1 3 0,0 1 46,0-2 0,0-12 0,0-5 0</inkml:trace>
  <inkml:trace contextRef="#ctx0" brushRef="#br0">33482 17549 7906,'0'-7'1431,"0"13"-1291,0 10 1,0 2 0,0 2-1,0-1 168,0 0-629,0 7 1,0 1 0,0 3 0,0 0 0,0 2 0,0 1 0,0 0-1662,0 2 1982,0 0 0,-16 25 0,-5 4 0</inkml:trace>
  <inkml:trace contextRef="#ctx0" brushRef="#br0">33594 17388 9597,'0'12'680,"0"1"1,0-5-731,0 0-427,0 1 1,0-1 209,0 0 0,4-4 150,0 5 243,0-7 1,-4 5 445,0-3 226,0-2-404,0 3 1,0-6 178,0-3-297,0 2-276,0-3 0,28-1 0,6 0 0</inkml:trace>
  <inkml:trace contextRef="#ctx0" brushRef="#br0">33643 17463 8224,'-7'8'1946,"2"-1"-2869,-1-2 0,5 1-557,-3-2 1480,3-3 0,45 5 0,11-6 0</inkml:trace>
  <inkml:trace contextRef="#ctx0" brushRef="#br0">33631 17326 7781,'-12'0'38,"3"0"0,1 1 1,0 4-1,-1 1 1,1 3 1413,-1-1 1,3 0-742,2 5-640,3-6 1,2-2 0,3-5 0,4 0-225,3 0 36,2 0 0,-5 0 0,-1 1-60,-2 4-224,0-4-24,-5 4 263,0-5 0,1 0-197,3 0 471,-3 0 0,6 0-102,-3 0-98,-2 0 40,3 0-172,-5 0 1,2 0-227,2 0 482,-3 6 94,5-5 0,-5 5 132,3-6-262,-2 0 0,25 11 0,1 3 0</inkml:trace>
  <inkml:trace contextRef="#ctx0" brushRef="#br0">33656 17983 7781,'-13'31'-66,"1"-5"1,1 3 0,1-3-1020,2-1 1085,0-6 0,-21 27 0,-4 0 0</inkml:trace>
  <inkml:trace contextRef="#ctx0" brushRef="#br0">33569 18070 7840,'-1'7'-79,"-2"-1"1,-3-2 7,-1 0 1,3 0 301,-4-4 280,5 0 1,-2-5 564,5-4-814,0-2 1,0 3 0,0 0-100,0-2-230,0 5 0,0-2 1,1 2-1,2-3 0,2-3 1,1-1-1,1-1-738,0 1 767,1 0 0,3-5 1,-1 1-1,-3 0 0,-1 1 1,1 0-1,2-1 427,-3 0-317,0 3 0,-2 0 0,2 1 0,-1-2-72,1-3 0,25-7 0,4-8 0</inkml:trace>
  <inkml:trace contextRef="#ctx0" brushRef="#br0">29810 18256 8075,'-19'6'187,"2"2"1,8-1-1,2 1 1,3 0-1,5-1 1,7-1 2089,7-1-2121,5-3 1,7 3 0,5-5 0,7-1 0,3-2 0,5-2 0,3-1 484,4 1-598,2-5 0,12 3 0,-33 1 0,1 0 0,2-1 0,1 0 1,4-1-1,0 1 0,2-2 0,1 0 0,3-1 0,1 1-176,3-2 0,-1-1 53,-3-2 0,1 0 0,10-2 0,1 0 0,-3-3 0,-1-1 1,1 1-1,0-2 0,-1 0 0,-1 0 0,-3-1 0,0-1 1,-2 1-1,0-1 72,-2 1 1,0 0-193,-6 0 0,-1 1 0,-1 3 0,-2 0 0,-6 1 0,-1 0 0,27-13 0,-5 3 0,-3 9 1,-3 7 199,-2 7 0,-2 3 0,-3 4 0,5 5 0,2 6 0</inkml:trace>
  <inkml:trace contextRef="#ctx0" brushRef="#br0">21846 18554 7606,'-6'7'222,"-2"-3"1,-3 1 0,1 0 545,6-3 0,7 0 1,14-4-1,5-2-192,5-4-455,10-9 0,8-2 0,6-6 0,2 0 0,5-1 0,4-1 0,-28 12 0,1-1 268,4 0 1,1 1-375,5 1 0,2 0 0,7-1 0,2 0 0,1 2 0,1 1 0,-2 0 1,1 1-1,-1-1 0,1 2 0,2 0 0,0 0 0,4 1 0,0-1-557,3 0 0,0 1 1,-3 1-1,-1-1 525,1-1 0,-1-1 0,0 1 0,0 0 0,0-2 0,0-1 0,-3 1 0,0-1 0,-1 1 1,-1 1-1,-2 0 0,0 0-129,-1 0 0,-1 1 1,-3 2-1,-2 1 77,-4-1 1,-1-1 0,-2 2 0,-1 1-1,-3 0 1,-1 1 0,0 0 0,-1 1 68,31 0 0,0 3 0,-4 1 0,-5 0 0,-5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27490 12154 8211,'-12'0'15,"5"0"388,1-5 1,6 5-1,0 0 1,0 8-1,0 6-335,0 2 0,0 2 0,2-3 0,1 2-357,1-2-365,0 4 654,-4-5 0,16 10 0,5-5 0</inkml:trace>
  <inkml:trace contextRef="#ctx0" brushRef="#br0">27763 12030 8092,'-12'0'481,"-1"0"0,1 0-121,0 0 1,5 2 0,1 2 0,2 4-266,0 3-104,0 7 0,2-3 0,0 7 0,-4 3 0,-1 4 0,-1 4 0,0 4-243,-1 3 207,-4 7 1,-1 1 0,-4 7 0,1 1 0,1-1 0,1-4-1,1-5-728,2-4 372,5-9 1,-3-4-1,7-10 1,5-9 400,4-13 0,11-26 0,2-16 0</inkml:trace>
  <inkml:trace contextRef="#ctx0" brushRef="#br0">27763 12514 8121,'-8'1'2630,"0"3"-2295,5 3 0,-3 2 0,6-1-347,0 2-78,0 1 0,2-3 0,1 0 1,1 2-1,0 1-740,1 1 728,-3-5 1,5-1 0,-3-8-1,3-3 1,1-8 43,0-6 206,-5-4 1,8-2 0,-3 1 0,3 2 0,2 2 0,-1-1 0,0 2 582,1 2-668,-1 9 1,5 2 0,1 6 0,0 2 0,0 3-1,-3 8 1,-1 6 199,-2 4-328,-5 8 0,4-5 1,-4 3-1,0-3 1,-3-1-1,-1 0 1,-1-2 64,2-2 0,-5-14 0,-6-9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13125 10480 8206,'-17'-19'0,"1"2"-91,1 3 1,1 1-1,1-3 1,1 0 90,0 1 1,3 5 0,2 2 0,1 0 99,-1 1 1,4-4 0,-1 2 0,2-2 0,2-1-1,0-2 1,0-1 0,0-2 207,0 2 0,2-3 0,1 2 0,2 1 545,2 1-748,-4 2 1,8 5 0,-3 2 0,3 5 0,1 3 0,1 3 632,-1 1-609,1 1 1,-1 4-1,0 1 1,1-2-1,-1-2 1,1 0-1,0-1 769,4-1-820,-3 4 1,8-8 0,-6 3 0,1 0-1,1-3 1,3-2 0,3-1 126,5 0-205,3 0 1,7-5 0,2-4 0,4-2-1,5-2 1,2-3 0,2 0 102,-1 1-52,-8 1 0,2 2 0,-4-1 1,1 2-1,1 1 0,1 4 1,-2 0 62,-1 3 0,2 1 0,-4-1 0,-2-1-76,-5 1 0,1 2 0,-6 1 0,0 0-84,1 0 0,-4 0 0,5 0 0,-1 0-96,3 0 1,4 0 0,3 0 0,3 0 53,1 0 0,-4 4 0,0 0 0,-4 0 59,-3 1 1,-7-3 0,0 2 0,-4-1 232,0 1 0,-2-3 0,0 3 0,2-1-178,2 1 1,-3-1 0,-1 4 0,4 0-58,3 0 0,-1-3 0,3 3 0,-1 0-30,1-1 1,-2-1-1,7 1 1,-1 0 30,-2-3 1,5 0 0,-3-1-1,3 2-128,1-1 1,5-1 0,0-2-1,4 0 8,5 0 1,-2 0 0,4 0 0,-6 1 213,-6 3 0,-2 2 0,-4 3 0,0-1 144,-2 2 1,-4 0 0,4-1 0,3 0-10,4 0 1,1 2 0,7 0 0,5-1-118,2-2 1,-4-1 0,0 3-1,-3-3-103,3-2 0,0-1 1,7-4-1,3 0-48,4 0 0,2 0 0,3 0 0,-5 0 17,-6 0 0,-2 0 0,-3 0 0,6 0 44,9 0 1,-4 0-1,5 0 1,-6 2 57,-6 2 1,-2-1-1,-3 5 1,3 0-30,5-1 1,2 4 0,-27-7 0,0 0-1,33 6-25,-2-2 1,-1 2-1,-4-6 1,2 0-54,2 2 1,-29-5 0,0-1 0,4 2 0,0 0 0,-1-1 0,0 0 45,-3-1 0,0 0 1,33-2-1,-3-1 0,-31 1 1,1 0 23,3 1 1,1 0-1,-3-2 1,0 0-1,1 1 1,0 0-1,30-1 101,-5 2 1,5 1 0,-33 0-1,1 0 1,1 0 0,1 0-81,0 0 1,-1 0 0,-1 1 0,0 2 0,-1 0 0,-1-1 0,32 4-90,1-1 1,1 4 0,-32-7 0,2 0 0,-1-1 0,1 1-40,0-2 0,0 1 1,1-1-1,-1 0 1,-2 0-1,-1 0 1,0 0-1,0 0 61,34 0 1,-34-2 0,0 0 0,2 0 0,1 0-1,0 0 1,0 0 105,0-1 0,0 0 0,25 2 0,-6-3 0,-4 1-8,0-1 0,5 2 0,9-2 1,2 3-55,-3 1 0,-7 4 0,-5 1 0,0 2-177,3 3 0,4-3 1,4 0-1,-31-4 0,0-1 84,2 0 0,-1-1 1,35 0-1,-4-1 0,-2 0-174,-4 0 0,5 0 1,-30 0-1,1 0 1,2 0-1,0 0 146,2 1 1,0-2-1,-6 0 1,0-2 0,34-2-1,-4-1 309,2 1 0,-30 1 0,1-1 1,1 2-1,2 1 0,-1-1 0,1 0 70,-3 1 0,0-1 0,-2-1 0,-1 0 0,30-2 1,-30 3-1,1 1-199,2-1 1,1 0 0,-3 0 0,1 1 0,4 0 0,0 1 0,-2-1 0,-2 0-105,-1 0 1,-1 1 0,34-5 0,-3 1 0,-31 2 0,1-1-16,3-1 0,0 0 1,-2 2-1,1-1 0,1 1 1,0-2-1,-3 1 1,1-1 25,-2-1 0,0 1 1,0-2-1,0 1 1,2 0-1,1 0 0,-1 0 1,1-1 34,2 1 0,-1 0 1,-3 2-1,0 0 1,0 0-1,-1-1 1,32-4 5,-7-2 0,1 2 0,6 1 0,-30 4 0,-1 0-46,3 0 0,0 1 1,-2-1-1,-1 1 1,28 0-1,-4-2-23,-7-2 0,7 3 1,3-3-1,-28 3 1,0 1 21,1-1 1,0 1-1,30 0 1,-1-2-1,-4 1 90,-3 0 1,-5 0 0,7 4 0,3-2 120,6-2 1,-2 3 0,-2-4 0,-7 4 80,-8 1 1,-1-1-1,-2-2 1,6-1-124,5 1 1,1-2 0,-1 0 0,-6 1-286,-5-1 1,-8 3 0,-8-3 0,-2 1-104,-5 0 0,-1-5 0,-5 4 0,1-1-60,3 1 0,-2-3 0,0 3 0,1 3-68,-2 0 0,-1 2 1,-5 2-1,-1 2-106,0 4 1,-5 9 0,-1 2-1,-1 3-216,4 3 1,-3 1 0,1 10 697,-1 1 0,9 14 0,-1 12 0</inkml:trace>
  <inkml:trace contextRef="#ctx0" brushRef="#br0">18844 10716 8094,'-14'-5'120,"-1"0"0,-2-1 1,2 0-1,1 0 1866,2 1 1,1-1-607,3 2-1173,2 3 1,6-4-1,0 10 1,0 3 0,1 3-1,4 3 257,3 2-476,3 3 0,1 10 0,1 2 0,-1-1 0,2 2 0,1-1 0,3 4-823,1 1 699,-4 1 1,8-4 0,-7-1-1,-1-2 1,0-1 0,-1-2 0,0 0-741,-3-4 407,-1-6 1,2-1 0,2-6-1,1-3 1,2-2 468,-2-2 0,4-46 0,0-12 0</inkml:trace>
  <inkml:trace contextRef="#ctx0" brushRef="#br0">19228 10827 8094,'-4'-19'152,"-1"2"0,-2 4 1457,-3 0-994,5 6 0,-6-2 0,2 5 1,-2 1-1,-1 1 0,-1 2 0,1 2 2818,0 2-3236,-1-3 1,1 10 0,-1-1-1,0 5 1,-2 6 0,-3 2-1,0 3 378,0 3-752,-4 3 1,-2 7 0,-6 1 0,0 2-1,-1 1 1,4 0 0,1-3-6023,1-2 6199,5 0 0,-9-1 0,3 0 0</inkml:trace>
  <inkml:trace contextRef="#ctx0" brushRef="#br0">3176 4328 8171,'-8'-8'603,"-1"0"1,2 0 116,-1-5 1,3 5 0,6 1-21,3 2 0,3 2 0,5 7-54,1 4-612,-1 9 0,1 2 0,0 7 0,3 3 0,0 4 0,-1 3 0,-1 1 457,-2 0-748,1 1 1,-1-3 0,1 0 0,-1-3 0,0-3 0,1-5 0,-1-3-2837,1-3 2376,-1-7 717,0-5 0,6-34 0,2-7 0</inkml:trace>
  <inkml:trace contextRef="#ctx0" brushRef="#br0">3585 4204 8109,'-16'0'0,"-1"0"0,1 2 0,3 1 0,1 2 936,-1 2 0,1-3 1,0 4-1,-1 2-511,1 1 0,-2 6 1,-1 0-1,-3 3-269,-1 2-168,-2 7 1,-3-2-1,2 8 1,2 2 0,-2 3-1,0 0 1,1-2-1107,4 0 811,9-7 1,3 0 0,5-8 0,0-2-1,1-5 1,3-3 0,4-5-1945,3-4 1234,2-2 1017,5-2 0,-4-17 0,3-4 0</inkml:trace>
  <inkml:trace contextRef="#ctx0" brushRef="#br0">3585 4614 8047,'-7'1'510,"3"3"1,3-1-221,1 5 0,0-4 0,1 3 0,2 0 329,1 0-544,6-4 0,-9 8 1,5-4-1,-2 1 1,0 0-1,-1 2 0,-1 1-90,2 1-126,-2 1 0,3-1 0,-3 1 0,1-1 141,1 0 0,11-65 0,-8 17 0,0 1 0</inkml:trace>
  <inkml:trace contextRef="#ctx0" brushRef="#br0">3734 4341 8170,'-19'12'0,"2"1"0,3-2 0,2-3 780,5-3 1,3-2 0,8-1 0,4-5 1274,3-3-4723,7-2 2668,2-10 0,21-18 0,4-9 0</inkml:trace>
  <inkml:trace contextRef="#ctx0" brushRef="#br0">4081 4415 8064,'-12'0'626,"0"0"1,-1 0 1293,1 0-1279,-1 0 1,4 0 0,5 0 287,8 0-797,11 0 0,-1-1 0,2-2 0,-1-1 0,1 1 0,0 0 0,1 1 281,1-2-735,-5-1 0,5 4 0,-5-2 0,-1-1 0,0 1 0,1 2-1588,-1 1 1910,1 0 0,-23 28 0,-5 6 0</inkml:trace>
  <inkml:trace contextRef="#ctx0" brushRef="#br0">4057 4663 8064,'-20'0'0,"4"0"640,2 0 0,2 0-77,-1 0 0,8-1 1,5-3-1,8-3 135,7 0-612,4-4 0,5 5 1,-2-3-1,-1 2 0,1 1 1,1 2-1,2 0-816,0 0 631,-1 0 99,-4 4 0,20 16 0,0 5 0</inkml:trace>
  <inkml:trace contextRef="#ctx0" brushRef="#br0">4702 4217 8064,'0'-13'-369,"-2"2"0,0 2 936,-3 0-102,1 7 1,4-9 0,0 2 1082,0-2-688,0 4 1,0 1 436,0 1-1189,0 4 0,0-3 1,0 8-1,0 4 0,0 3 1,0 3 323,0 3-415,0-4 1,0 11 0,0-3 0,0 2-1,0 3 1,0 3 0,-1 4-119,-3 3-15,2 7 0,-5-2 0,5 6 0,-2 0 0,1-3 0,1-3 1,2-2-894,0-3 83,0-7 0,0 0 926,0-9 0,6-35 0,1-14 0</inkml:trace>
  <inkml:trace contextRef="#ctx0" brushRef="#br0">5446 4378 8130,'-28'0'284,"4"1"1,4 2 0,5 3 0,3 1 0,1 4 927,2 4 0,4 0 1,5 4-1,0-1-395,0-3-753,0 5 0,5-3 0,2 4 0,2-4 1,-1-5-1,1-2 0,4-3-64,3-2 0,4-45 0,5-15 0</inkml:trace>
  <inkml:trace contextRef="#ctx0" brushRef="#br0">5620 4105 8130,'-25'13'253,"0"-1"1,11 0-1,6 1 299,5-1-196,9 1-356,1-1 0,60-11 0,-26-1 0,-1-1 0</inkml:trace>
  <inkml:trace contextRef="#ctx0" brushRef="#br0">5793 4328 8117,'-12'13'914,"-1"-1"-42,1-5-1010,5-1 0,9-11 0,9 0 0,5-2 1,3-3-1,3-1 138,2-1 0,6-11 0,3-5 0,4-2 0,-1-1 0</inkml:trace>
  <inkml:trace contextRef="#ctx0" brushRef="#br0">5905 4031 8117,'-18'-18'1072,"4"5"214,-2 1-841,7 5 0,4 13 0,5 3 1,0 8-1,1 6 0,2 8 0,3 3 1360,0 5-1726,-3 6 0,3-5 0,-6 7 0,1 4 0,2 4 0,1 2 0,-1-4 290,-2-2-334,-6-1 0,-2-6 1,-6-4-1,1-6 1,-2-6-1,-1-7 0,-2-9-661,2-6 595,-4-5 0,5-1 0,-1-1 0,5-5 31,6-6 0,8-45 0,0 21 0,-1-1 0</inkml:trace>
  <inkml:trace contextRef="#ctx0" brushRef="#br0">6649 3956 8078,'-12'4'260,"-1"1"1,1 3-1,0-3 1,-1 2-1,2 3 1,2 1 0,2 1-1,1 2 423,3 3 1,-2 2-1,1 7 1,1 3-149,2 4-471,-5 3 0,5 4 0,-5 3 1,2 5-1,0 2 0,0 2 1,0-3 88,0-2-182,-6 2 0,7-12 0,-4 0 0,0-8 0,2-7 1,-2-4 173,0 0-33,-1-10 1,0 3-1,1-12 1,0-3-1,1-5 1,1-2-1,2-2 531,2-4-620,1 3 1,0-9 0,1 2 0,3-4-1,3-2 1,1-2 0,1 1-87,0 2 35,2-4 0,0 4 1,-1-2-1,-2 5 0,0 3 1,1 2-1,-2 3-434,-2 1 380,5 2 0,-8 4 1,7 1-1,0 1-633,2 4 650,2 0 0,-1 2 0,1 0 0,-1 0 0,0 0 0,1 0-111,-1 0 0,-3 2 1,-1 0 47,1 2 1,1 6 0,-2-2 135,-3 3 1,-4-2 0,-1-1-35,0 2 1,0 1-393,0 1 1,-1-1-489,-4-3 906,4-2 0,-10-34 0,4-6 0</inkml:trace>
  <inkml:trace contextRef="#ctx0" brushRef="#br0">6612 4341 8048,'-12'0'195,"-1"1"0,1 2 1,-1 1 440,1-1 1,5-3 0,4-3-51,6-1-468,10-6 0,2 3 0,5-5 0,1 0 0,0-1 0,-1 2 0,1 2 705,-2 0-854,-1 7 0,-4-4 1,1 6-1,2 0 0,-2 1 1,-3 5-221,-3 6 265,2 6 0,-10 7 0,3 0 1,-2 1-1,-4 3 0,-1 4 1,-3 1-247,-6 0 311,3 1 0,-13-4 0,4 2 0,-3-3 0,-4-2 1,-2-4-1,-1-4 632,2-5-896,1-3 1,0-5 0,2-3 0,2-2 0,6-4 0,6-2-1,4-4-1665,4-3 1850,1-7 0,39-23 0,-15 14 0,0 1 0</inkml:trace>
  <inkml:trace contextRef="#ctx0" brushRef="#br0">6959 4403 8055,'-12'0'0,"0"0"0,-1 1 0,1 3 541,5-2 1,0 10 0,4-1 0,-1 6 0,1 1 0,2 1 0,1 0-651,0 3 0,4 0 0,2 0 109,1-1 0,12-39 0,7-5 0</inkml:trace>
  <inkml:trace contextRef="#ctx0" brushRef="#br0">7071 4118 8055,'-21'1'0,"2"2"707,1 1 0,2 5 0,5 0-293,2 2 0,5 1 0,7 1 0,4-1-3411,4 0 1458,-1 1 1539,7 5 0,7 12 0,2 9 0</inkml:trace>
  <inkml:trace contextRef="#ctx0" brushRef="#br0">7071 4452 8060,'-5'36'95,"-4"-3"1,-2-2 0,-1-8 0,1-2 826,3-5 0,-2-5 13,6-7-836,0-5 0,9-17 0,3-3 1,5-2-1,2-3 0,3-2 0,0-1 866,0 2-933,4-5 0,-7 7 0,4 1 0,-1 4 0,-3 5 0,-1 1 0,-1 5 519,-1 2-473,0 3 1,-1 11-1,-2 6 1,-4 11-1,-1 7 1,0 5-1,1 0-910,0-3 629,-4-3 0,6-5 0,-3-1 203,5-4 0,7-24 0,4-11 0</inkml:trace>
  <inkml:trace contextRef="#ctx0" brushRef="#br0">7654 4068 8060,'-19'1'842,"2"3"1,5 3 0,4 7 0,3 3 2108,4 3-2814,1 9 0,0-1 0,0 5 0,0 3 0,1 2 0,2 5 0,1 0-1022,-1 0 0,3-2 596,-2-4 0,4-5 0,-4-3 0,0-5 289,2-3 0,6-25 0,8-11 0</inkml:trace>
  <inkml:trace contextRef="#ctx0" brushRef="#br0">7865 4118 7978,'0'-18'0,"-1"4"0,-2-3 4145,-1 4-671,0 0-2982,4 12 0,0 6 0,1 12 0,3-2 1,3 0-1,1 0-2233,1 2 1204,-7 5 1,8-4 0,-6 4 0,0-1 0,0 1 0,0 0 0,-1 0-3931,-1-2 4099,-2-4 0,0 6 368,0-6 0,-30-3 0,-12-4 0,-3 1 0,0-1 0</inkml:trace>
  <inkml:trace contextRef="#ctx0" brushRef="#br0">7617 4328 7968,'-13'-5'0,"-3"2"0,-1-4 0,4 0 1014,3 0 1,0 3-1,6-4 125,1-2 0,2-1 0,4-1-678,5 0 0,2-1 0,10 2 0,4 2-261,3 0 0,1 1 0,5-3 1,0 1-221,-1 2 0,2 5 1,-5-1-1,-1 3-1309,-2 1 1,-1 0 0,-2 0 1328,-2 0 0,-20 27 0,-9 8 0</inkml:trace>
  <inkml:trace contextRef="#ctx0" brushRef="#br0">7642 4378 7999,'-25'12'280,"0"-1"0,2-1 3647,2-2-3030,3-5 1,17 3 0,6-6 0,9-2-572,7-2 0,5 1 0,6-5 0,5-2-615,1-1 1,1 0 0,-2 2-1,-1 0 289,-3 0 0,14 3 0,-2 1 0</inkml:trace>
  <inkml:trace contextRef="#ctx0" brushRef="#br0">8274 4328 8015,'-12'0'1279,"0"0"0,1-5-180,2-3 0,5 2 0,8 2-950,5 3 1,2 1-1,1 0 1,0 1 0,1 3-1,-1 4 1,1 5-1,-2 3 1,-2 5-260,0 2-34,-7 8 1,4-4 0,-6 5 0,0 0 0,0-2-1,-2 0 1,0-3-2016,-2-5 1664,-6-5 1,9-7-1,-4-7 495,4-11 0,9-39 0,6-17 0,-5 17 0,0 0 0,1-1 0</inkml:trace>
  <inkml:trace contextRef="#ctx0" brushRef="#br0">8498 3994 7952,'-13'0'540,"1"0"0,-1 0 1270,1 0 0,4 1 1,1 3-1,0 4-1083,0 3 0,4 2 0,1-1 0,4-1-3454,7-3 2727,2 3 0,34-31 0,9-2 0</inkml:trace>
  <inkml:trace contextRef="#ctx0" brushRef="#br0">9031 4316 7996,'-16'0'0,"-1"0"736,2 0 0,1 0 0,3 1-160,3 4 1,2-3 0,6 7 0,0 0 0,0 2-1,0 2 1,2-1 0,2 2-988,4 2 0,3-2 1,1 1-1,2-4 411,3-2 0,8-18 0,6 1 0</inkml:trace>
  <inkml:trace contextRef="#ctx0" brushRef="#br0">9168 4018 8007,'-17'-19'0,"-1"4"926,-1 5 1,4 1-371,-2 4 1,9 3-1,5 6-1538,6 4 982,4 3 0,44 18 0,9 4 0</inkml:trace>
  <inkml:trace contextRef="#ctx0" brushRef="#br0">9292 4155 8009,'-18'25'264,"-3"-1"1,-1-3 0,1-2 0,5 1 786,2-1 1,2-3-1,1 4 114,2-2-1135,4-7 0,14-2 0,4-5 0,2-1 0,2-1 0,0-2 1,1 0-347,0 0 368,4 0 1,-8 1 0,3 2-1,-5 2 1,-4 2 0,-4 3 439,-2 1-406,-2 1 1,0 1 0,-2 0 0,-2 3 0,-4 0-1,-3-1 1,-1-2-351,-1-5-112,1 3 1,-1-10 0,1 3 375,0-2 0,5-46 0,1-11 0</inkml:trace>
  <inkml:trace contextRef="#ctx0" brushRef="#br0">9627 4316 8009,'-2'11'297,"-2"-1"1766,-4-2-1827,2 0 0,4-1 0,8-3 0,8-4 0,4-4 0,4-6 0,2-3 1,0-5-1,1 0 407,0 0-797,0-4 0,-2 7 0,-1-5 0,-2 3 0,-2 0 1,-5 0-1,-3 1-1206,-6 1 1262,-3 1 0,-2 3 1,-4 1-1,-8 3 0,-6 2 1,-5 4-1,0 2-397,-1 3 805,0 11 1,0-5 0,0 11-1,1 1 1,0 1 0,3 3-1,6 2 1973,6 1-2238,-2 5 1,9-6 0,0 3-1,4 0 1,8-5 0,5-4-1,7-7-915,6-5 413,-2-5 1,10-6 0,-3-5 0,3-5 0,-1-7 0,0-4-1,-3-4-548,-2 0 0,-7 1 1,-6 3-1,-5 3 1128,-3 1 0,-4 6 379,-5 3 1,-1 7 0,-3-1-1,-5 7 378,-2 8 1,0 2-1,2 7 1,2-1-473,1 0 0,-2 3 0,4-4 1,1 2-660,2 0 1,1-6-1,1 0-179,3-5 0,3-5 0,6-6 1,-1-3 3,0-5 0,1-8 1,-2-7-1,-2-3 287,0-1 1,-2 2-1,2 1 1,-1 0 364,2 0 1,-4 2 0,-2 2 780,-3 5 0,3 9-672,0 7 0,1 5 1,-5 9-1,0 1-379,0 2 0,0 4 0,0-5 0,0-1-1902,0-1 1263,0-2 0,5-5 366,3-3 1,2-8-1,0-3 750,-2 1 1,-4-4 74,4 6 1,-5 5 0,3 7 0,-2 3-742,0 2 0,1-1 0,0 1 233,3-1 0,19-27 0,6-7 0</inkml:trace>
  <inkml:trace contextRef="#ctx0" brushRef="#br0">10296 4180 7937,'-12'6'-4,"0"4"1,-1-4 0,1-1 337,-1 1-273,7-2-10,0-4 1,14-2 0,2 0 696,0-2 547,-6-1-631,1 0 0,-13 9 1,0 0-1,1 4-124,0 1 0,6-2-606,-4-3 0,10-2-13,3 7 0,3-1 0,1 4 0,1 2-29,-1 3 0,-5 3 1,-2 11-1,0 6 21,-1 7 0,0 6 0,-4 3 1,0 4-97,0-1 1,-4-1-1,0-8 1,-1-4-466,0-6 1,4-13 0,-2-5 647,6-8 0,4-39 0,3-21 0,4-3 0,-1 0 0</inkml:trace>
  <inkml:trace contextRef="#ctx0" brushRef="#br0">10358 4229 7964,'-17'0'-32,"7"0"1,-2 0 1038,0 0 0,7-1 0,1-3 0,4-3-221,4 0 1,4-4 0,7 3-1,3-3-571,2-2 1,0 2-1,5 2 1,0 2-257,0 1 0,-5 2 1,0 4-1,-2 1-120,-3 3 0,-1 5 1,-3 7-1,-3 5-178,-4 2 0,-3 2 1,-2 1-1,-3 2 12,-4 1 1,-8 0-1,-1-4 1,-1-1-463,0 1 0,1-7 0,5-4 789,-1-4 0,23-79 0,-2 27 0,-1 0 0</inkml:trace>
  <inkml:trace contextRef="#ctx0" brushRef="#br0">10631 4180 8247,'-12'6'1499,"4"6"-1006,-1-4 0,8-1 0,1 0 0,8-2-234,8-2 1,3-7-1,6-5-259,-1-2 0,11-16 0,5-8 0,3-2 0,1 0 0</inkml:trace>
  <inkml:trace contextRef="#ctx0" brushRef="#br0">10805 3907 8086,'-16'0'0,"-1"0"187,2 0 1,5 5 0,2 4 0,0 2 517,1 1 0,1 2 1,6 2-1,0 6-1,0 6 1,2 4 0,0 5 0,3 1-682,-3 4 1,0 2 0,-2 5-1,1 0 36,3-4 1,-2-2 0,3-7 0,1-3-834,2-4 0,3-6 0,1-6 0,2-9-1604,3-5 1,-2-10 2377,5-6 0,6-19 0,2-9 0,5-6 0,0 1 0</inkml:trace>
  <inkml:trace contextRef="#ctx0" brushRef="#br0">11078 4204 7960,'-12'6'376,"1"1"0,1 5 0,3 1 21,2-1 0,-4 0 0,5 1 0,0-1 159,-2 1-480,5-1 0,-4 0 1,5 1-1,0-1 1,1-1-609,3-2 358,3-4 1,5-6-1,1-5 1,-1-5-1,1-5 1,0-4-962,4-2 1111,-3-1 0,-1-2 0,-4 2 0,0 2 1,2 3-1,0 1 0,-2 1 933,-5 1-164,3 6 1,-6 11 0,3 10-1,-2 9-315,-2 7 0,-4 5 0,-1 8 0,3 4-364,0 4 1,2 0-1,0 1 1,-1-1-46,-3 1 1,2-2 0,-3-2 0,1-6-12,0-6 0,-7-3 0,0-7 0,-5 0 64,1-4 1,-4-7 0,-2-9 0,-2-3-110,-2-1 0,-1 0 0,-2-1 0,1-3-465,3-4 0,1 1 0,8-3 500,4-4 0,26-9 0,12-9 0</inkml:trace>
  <inkml:trace contextRef="#ctx0" brushRef="#br0">11537 4390 7960,'-12'2'177,"-1"2"0,1-1 0,-1 5 0,2 2 3472,3 1-3368,-3 1 1,8 5 0,-4 0 0,1 1 0,0 2 0,-1-2-282,0 0 0,-56 9 0,22-14 0,0 0 0</inkml:trace>
  <inkml:trace contextRef="#ctx0" brushRef="#br0">12008 4043 7957,'-12'14'91,"0"2"1,1 5 0,1 4 0,3 4 0,2 4 0,2 4 153,1 5 1,2-4 0,2 3 0,3-3-616,8-5 353,-1 3 1,10-12 0,-4 1 0,0-8 0,1-8-1,-1-5 1,1-4 724,1-4-487,-5-3 1,7-12 0,-5-6 0,-2-8 0,0-7 0,0-4 0,0-1 976,-4-1-1078,2 6 0,-12-7 0,3 5 0,-2-2 0,-2-2 0,-2 1 0,-2 1 292,-4 1-721,-3 7 1,-7 7 0,-2 10 0,1 6 0,1 12 0,2 11 0,-1 13 308,2 10 0,9 16 0,4 8 0,-1 9 0,0 1 0</inkml:trace>
  <inkml:trace contextRef="#ctx0" brushRef="#br0">12678 4452 7974,'-12'0'-944,"-1"0"944,1 0 0,11-16 0,2-5 0</inkml:trace>
  <inkml:trace contextRef="#ctx0" brushRef="#br0">13311 4180 7985,'-12'0'42,"-1"0"1,1 0-1,-1 0 1,1 0-1,0 1 1,-1 3-1,1 6 1,1 4 758,2 2 0,0 7 1,5 2-1,1 7-409,2 4-373,1-4 1,2-2 0,5-7 0,6-2 0,2-6 0,3-5 0,2-6-9,4-3-75,1-12 1,-1-3 0,3-10 0,0-3 0,1-1 0,-3-6 0,-5-1-443,-2-3 767,-7 1 0,-1 1 0,-6 3 0,-3 3 0,-5 2 1,-8 2-1,-8 4 137,-3 3-452,4 2 0,-5 10 0,5 3 1,0 4-1,2 6 0,3 6 54,2 8 0,9 17 0,5 10 0,-2 3 0,1 0 0</inkml:trace>
  <inkml:trace contextRef="#ctx0" brushRef="#br0">13658 4415 7985,'-19'17'0,"2"-1"0,4-1 0,0-1 383,6-1 0,3-6 0,8-3 0,5-3 0,3-1-383,5 0 0,13-22 0,9-6 0</inkml:trace>
  <inkml:trace contextRef="#ctx0" brushRef="#br0">13857 4217 7985,'-6'8'0,"-2"0"0,-2 2 997,2 1-835,-3 1 0,6 1 0,-4-1 1,5 2-1,3 1 0,1 2 1,0-1-767,0 2 497,5-10 1,6 8 0,7-12 0,2-2-1,2-2 1,1-4 0,2-5-912,0-6 900,-1-5 0,1-5 0,0 1 1,-1-1-1,-2 0 0,-5 0 1,-1 2 497,-5 2 67,-7 9 0,0 5 1,-8 11-1,-4 10 1,-3 8 1280,-2 7-1567,1 2 0,1 1 1,2-3-1,5-3 1,4-2-1,4-5 1,6-7 64,5-6-327,10-5 0,3-13 0,5-9 0,0-11 0,-2-6 0,-2-3 0,-4 1-1242,-4 1 778,-3 7 0,-7-1 565,-3 8 0,-41 58 0,9-4 0,0-1 0</inkml:trace>
  <inkml:trace contextRef="#ctx0" brushRef="#br0">14452 4341 7985,'-18'25'0,"-1"-2"937,0-2 1,-1 1-1,5-6 1,0 1 4975,4 1-5913,-1-10 0,32-25 0,2-17 0</inkml:trace>
  <inkml:trace contextRef="#ctx0" brushRef="#br0">2543 5854 7982,'-12'1'207,"-1"2"0,1 3 1,1 0-1,3 4 1,3 1 376,4 2 1,1 0-1,0 4 1,1 4 158,4 2-697,1 13 0,3 0 1,-1 12-1,2 3 1,1 1-1,0 2 1,-2 0 24,0-2-352,-7 5 0,8-11 0,-4 1 0,-1-7 0,1-8 1,-2-6-1035,1-5 1315,2-9 0,-2-40 0,-3-21 0,1-3 0,0 1 0</inkml:trace>
  <inkml:trace contextRef="#ctx0" brushRef="#br0">2593 5779 8402,'-7'6'665,"3"2"0,2-1 0,4 0-117,2-1 1,4-1 0,7-2 0,3 1 190,1-1-734,-3 4 1,6-6 0,-4 5 0,0-2 0,-1 1 0,-1 2 0,-4 3-637,-4 1 517,-2 1 0,-6 6 1,-2 4-1,-2 6 1,-5 3-1,-7 4 1,-4 1-1224,-4 2 1026,-6 2 1,8-7 0,-1-1 0,3-3 310,5-6 0,12-14 0,5-11 0</inkml:trace>
  <inkml:trace contextRef="#ctx0" brushRef="#br0">2965 6276 7991,'-25'19'144,"2"3"1,2-6-1,6 1 2194,5 1-2027,-1-4 1,10 5 0,-3-4 0,2 2 0,4-2-297,2-1-204,3-7 0,1-2 0,-1-6 0,-2-3 0,-2-6 0,-2-5-267,-1-6 485,0-2 1,0-4 0,0 0-1,0-2 1,0 3 0,0 2 0,0 5 335,0 1-587,6 2 0,2 3 0,7 2 0,3 3 0,2 4 222,2 2 0,9 18 0,5 7 0,4 1 0,0 0 0</inkml:trace>
  <inkml:trace contextRef="#ctx0" brushRef="#br0">3536 5717 7950,'-13'-6'0,"-1"-5"0,-1 4 0,-1 0 0,0 3 0,3 2 695,0 2 0,1 0 1,-1 0-1,1 2 1876,0 2-2349,-1 3 1,1 11 0,-1 2 0,1 5-1,1 5 1,1 8 0,3 7 681,2 7-828,-5 16 1,9 2 0,-1-31 0,0-1 0,1-1 0,0-1 0,3 32 0,3-5 0,8-8-57,6-6-465,4-12 0,4-12 0,0-10 1,4-5-1,0-6 0,2-3 0,0-4-2255,0-5 623,-5 0 2077,2-10 0,6-33 0,-16 21 0,-1-1 0</inkml:trace>
  <inkml:trace contextRef="#ctx0" brushRef="#br0">3672 5842 7975,'-12'12'176,"-1"-4"0,1 0 1509,-1 2-1295,6-4 1,2 5-1,5-2 1,0 5-1,1 4 1,3 1-1,6 5 785,5 3 0,0 5-1223,6 5 0,0 6 0,4 1 0,-1 0 0,3-1 0,0-2-1443,2 0 0,0-3 354,-4-5 0,0-10 0,-2 1 1137,-2-5 0,2-36 0,-3-12 0</inkml:trace>
  <inkml:trace contextRef="#ctx0" brushRef="#br0">4007 6238 7975,'0'-37'67,"0"1"1,0 2 286,0 1 1,0 4-1,0-3 1,0 2 280,0 2 0,0 8 0,-1 4-142,-4 7 1,3 3-1,-5 8 289,1 2 1,-3 8 0,0 10-1,-2 6-395,-1 5-699,-6 8 0,3 2 0,-6 4 1,0 0-1,2 1 0,1 0 1,3-4-1749,3-4 0,-3-4 2060,6-3 0,15-25 0,2-10 0</inkml:trace>
  <inkml:trace contextRef="#ctx0" brushRef="#br0">4131 6288 8293,'-12'0'607,"3"0"1,2 1 0,1 2 940,-1 1 1,4 2-831,-1-2 1,4-1 0,4 4-1028,4-2 0,3 3 1,0-2-1,-1 1-220,-2 2 0,0 2 0,3 3 0,-1 1 99,-2 2 0,-5 4 1,3-5-1,-2-1 34,0-1 1,0-2 0,-4 1-538,0-1 933,0-5 0,11-73 0,-4 21 0,0 0 0</inkml:trace>
  <inkml:trace contextRef="#ctx0" brushRef="#br0">4267 5941 8025,'-20'4'0,"0"1"0,3 1 0,1-1 1429,8 5 0,4-10 0,8 0 1,4-7-346,3-4-1014,7 4 0,-2-4 0,4 3-70,2-3 0,29-1 0,9-1 0</inkml:trace>
  <inkml:trace contextRef="#ctx0" brushRef="#br0">4441 6015 8016,'-19'13'0,"2"-1"1845,4 0-1323,6-5 1,2-1 0,11-6 0,6 0 0,8 0 0,3-2 656,2-2-1500,0-3 0,4-1 1,0 1-1,-2 0 1,-1 2 320,-1-1 0,0-9 0,0 1 0</inkml:trace>
  <inkml:trace contextRef="#ctx0" brushRef="#br0">4503 6263 7919,'-29'19'760,"0"-2"0,7-3-115,10-2 1,12-5 0,12-3 0,9-4-49,6-4-730,5-3 0,10-11 0,-1-2 133,-1-4 0,-8-7 0,2-7 0,2-2 0,0 0 0</inkml:trace>
  <inkml:trace contextRef="#ctx0" brushRef="#br0">4863 5891 7995,'-7'6'171,"-4"1"1,4 5-1,-1 0 2217,0 1-2071,5 5 0,-3 1 0,6 6 0,0 1 0,0 1 0,2 4 0,0 0-974,3 4 409,4 1 1,-3-3 247,2 0 0,3 6 0,-4 5 0</inkml:trace>
  <inkml:trace contextRef="#ctx0" brushRef="#br0">5136 5742 7912,'-2'-7'130,"0"2"519,-2-1 289,-1 5 0,5-3 0,2 8 0,2 4 3831,4 3-4617,3 7 0,2 3 1,-1 8-1,0 4 1,1 4-1,-2 6 1,-1 5-569,-2 4-94,-5 8 0,2-4 1,-5 5-1,0-3 1,-1-5-1,-3-3 510,-5-5 0,-24-2 0,-7-6 0</inkml:trace>
  <inkml:trace contextRef="#ctx0" brushRef="#br0">5682 6028 8116,'-11'12'0,"-2"-4"0,-7 0 514,2-5 0,11 1 1,4-6-1,6-4 0,6-1 1,5-4-1,3-3 0,-2-2 1365,-1 1-2063,4 1 0,-5 6 1,4-1-1,-3 1 0,-1 1 1,3 3-1,0 3-1279,-1 1 1,-1 2 1462,-1 7 0,-12 25 0,-7 12 0,2 7 0,0 1 0</inkml:trace>
  <inkml:trace contextRef="#ctx0" brushRef="#br0">5706 6300 7830,'-16'13'-171,"-1"-1"1,1-1 0,5-1 3424,3-2-2830,8-5 1,8 2 0,8-5 0,5 0 0,2-1 0,2-3 0,1-4-365,3-3 1,-1-2 0,5 1-61,2-1 0,17-10 0,6-3 0</inkml:trace>
  <inkml:trace contextRef="#ctx0" brushRef="#br0">6426 5829 7993,'-12'0'97,"-1"0"338,1 0 493,5 0 0,-3-1-500,6-3 1,0 8 0,4 0-1,-1 7 188,-4 5-529,4 9 1,-4 8 0,5 10 0,0 7 0,0 8 0,0 6 0,1 5-52,3 0-80,-3-1 1,10-12 0,-2-2 0,2-5 0,1-4 0,1-8 0,-1-8-504,0-7 482,1-4 0,-1-3 1,-1-1-1,-1-5 1,-2-2-1,2-4 1,1-2-788,1-1 852,1 0 0,5-22 0,1-5 0</inkml:trace>
  <inkml:trace contextRef="#ctx0" brushRef="#br0">6773 5730 7938,'0'-13'285,"0"7"0,0-5 301,0 2 0,-1 4-116,-3 1 1,2 4 45,-2 4-351,-3 8 1,6 3-120,-3 6 1,-2 0 0,2 3 0,0 1 0,0 0 78,0 0-104,0-6 1,4 5-112,0-4 0,-4-2 0,-1-1-278,3-3 254,0-2-66,2-5 64,6-2 1,-5-6 27,3-3 0,2-3 0,-2-7-26,-1-2 110,-2 2 1,0-5 0,2 3 0,1-2 59,-1-1 0,3 0 0,-2-2-75,-1 5 109,3 2 1,-3 1 0,4 1 107,-1 0 0,3 1 78,0 2-207,-4 4 24,6 5 0,-8 1 0,4 3 1,-2 5-1,-1 2 0,0 1 727,1 0-686,-1 6-38,-4-4 0,1 5-238,3-2 0,-2-3 0,2 2-491,-3-2 1,3-1 142,0-1-636,1 0 0,0-5 1126,3-3 0,14-35 0,5-11 0</inkml:trace>
  <inkml:trace contextRef="#ctx0" brushRef="#br0">7083 5779 7938,'-12'0'1451,"7"0"0,5 0-1498,6 0 0,1-1 1,2-2-1,0-1-342,2 1 154,2 2 0,0 1 1,3 0-1,0 0 235,-1 0 0,16-5 0,2-2 0</inkml:trace>
  <inkml:trace contextRef="#ctx0" brushRef="#br0">7381 5556 7938,'-12'13'0,"1"-1"413,2 0 1,0 1-1,5-1 1,0 1 128,-2-1 0,5 0 0,-3 2 0,2 1 155,2 2-813,0-1 0,0 2 0,2 3 1,0 4-1,2 2 0,-1 4 1,-1 0-2743,-2 4 2858,5-5 0,-9 23 0,3-1 0</inkml:trace>
  <inkml:trace contextRef="#ctx0" brushRef="#br0">6848 6226 7939,'-20'1'101,"4"3"0,2-1 0,2 4 0,-1 0 2004,1 0-1784,5-4 1,2 4 0,7-5 0,5 2 0,7-1-1,4-3 1,5-4 1387,5-4-1625,4-3 1,9-2-1,2 1 1,1 0 0,3-1-1,1 2 1,3 2 24,3 0-698,-9 6 0,12-6 1,-13 5-1,-4 1 1,-6 2 588,-4 1 0,-39 38 0,-15 10 0</inkml:trace>
  <inkml:trace contextRef="#ctx0" brushRef="#br0">7158 6387 7939,'-25'8'0,"0"1"0,3 0 0,6 2 464,-1 2 0,12 5 0,-4 4 0,5 4 0,3 4 0,1 1 0,0 0-1237,0 1 503,5-4 0,2 0 0,6-7 0,-1-6 0,2-5 0,1-6 0,2-3-1589,-2-1 1831,-2-5 1,0-5-1,-1-9 1,-1-7-1,-1-3 1,-2-3-1,1 2 194,-3 0 116,0 1 1,-5 5 0,2 2 0,1 3 0,-1 1 0,-2 3 0,1 2 1723,2 5-1895,-3 3 1,6 5 0,-4 2 0,2 7 0,2 6 0,3 4 0,1 2-1010,1 1 634,1 1 1,-2 2-1,-2 0 264,0 0 0,4-1 0,7 1 0</inkml:trace>
  <inkml:trace contextRef="#ctx0" brushRef="#br0">7766 5693 7939,'-13'0'1177,"1"0"1,6 0 0,6 0 0,7 0-895,4 0 0,2 0 0,-2 1 0,-2 3 825,0 4-1012,-1 3 1,3 3-1,-1 1 1,-2 5 0,2 3-1,-1 7 1,1 6-162,-2 6 1,-4 3 0,3 10-182,-1 7 0,-2 4 1,-4 5-1,0-4 1,-2-1-599,-2 0 1,-3 1 371,-5-5 0,-5-2 0,0-2 472,-3-4 0,-9-15 0,-7 0 0,-4 3 0,1 0 0</inkml:trace>
  <inkml:trace contextRef="#ctx0" brushRef="#br0">8051 5407 7961,'-5'7'-141,"-4"-3"0,2 2 1,1-1 210,0 2 1,2-3 0,4 5 74,0 0 0,1-2 0,2 2 0,3-1 0,-1 0 0,1 0 0,-2 2 124,1 1 0,-3-3 0,2 1 0,-3 2-88,-1 4 1,0-1 0,0 3 0,0 0-59,0 0 1,0 0 0,0-1 0,0 2-63,0 1 1,-4-4-1,0 2 1,1-4-8,2 0 1,1-5-13,0 0 1,0-11 0,1-1 0,2-7-61,1-5 0,4-4 1,-4-4-1,0-1 1,2 0 1,0 0-1,2 0 1,-3 2 45,1 2 1,-3 3 0,3 6 0,1 0 16,0-1 1,0 1-1,3 1 1,-2 3-4,2 3 0,-3 4 0,1 1 0,2 0 2,1 0 1,1 1 0,0 4-3,1 3 0,-2-1 0,-2 1 22,0 2 1,-5 1-1,3 1 3,-2 0 1,-1 1 0,-4-1 0,0 1 1,0-1 1,0 0 0,0 1 0,0-1-32,0 1 1,-1 3 0,-2 1-1,-1-2-226,1-1 1,2-2 0,1 0-1193,0 1 1379,0-6 0,28-24 0,6-10 0</inkml:trace>
  <inkml:trace contextRef="#ctx0" brushRef="#br0">5731 7491 8061,'-12'4'0,"-1"0"541,1-1 1,0 3 0,1-1 979,2 2-1307,4 1 0,6-1 0,5-3 0,5-2 0,4-2 0,1-2 0,1-2 0,1-3 0,1-1 555,3 0-1100,-4 5 0,4-4 1,-4 4-1,0-1 1,1 1-1,-1 2 1,2 1 330,-1 0 0,-4 11 0,3 3 0</inkml:trace>
  <inkml:trace contextRef="#ctx0" brushRef="#br0">5744 7851 8121,'-17'18'581,"1"-6"0,0 0 1700,8-3-1952,3-4 1,12 1 0,4-8-1,5 0 1,3-4 0,3-1-1,2-2 713,1-3-1547,0 0 1,1 1-1,1 1 1,4 2 504,0-1 0,5 3 0,5 0 0,6 0 0,-1 0 0</inkml:trace>
  <inkml:trace contextRef="#ctx0" brushRef="#br0">6414 7293 8247,'-13'-11'709,"1"2"1,3 4-134,1 5-345,0 0 1,0 3-1,1 3 1,1 8-1,2 5 1,0 8-1,0 4-196,1 5 1,-2 4 0,0 6-116,3 7 0,-1 8 0,0 4 1,-1 1-1,1-3 156,2-3 0,1-5 0,0-7-36,0-3 0,4-9 0,3-11 0,3-8 0,3-8-600,1-5 1,7-2 0,2-5-1558,5-5 2117,1-6 0,-1-23 0,2-12 0,3-1 0,0 0 0</inkml:trace>
  <inkml:trace contextRef="#ctx0" brushRef="#br0">6773 7404 8047,'-19'4'141,"2"0"1,4 1 0,0-4 0,1 3 300,-1 4 73,7-2 0,0 5 1,6-3-1,0 5 0,0 2 1,0 3-1,0 1-102,0 3-581,6 7 0,-5-1 1,3 5-1,-1 1 1,0 0-1,1 0 1,-1-6 167,-2-1 0,4 9 0,2 2 0</inkml:trace>
  <inkml:trace contextRef="#ctx0" brushRef="#br0">6811 7615 8142,'-7'6'1297,"-4"-5"1,11 4-1,0-5 1,7-1-1403,4-3 1,2-2 0,4-3 0,4 1 104,2-2 0,29-18 0,8-5 0</inkml:trace>
  <inkml:trace contextRef="#ctx0" brushRef="#br0">7344 7193 7970,'-12'0'294,"-1"4"1,2 2 0,3 1 0,2 1 0,2 0 0,0 1 0,1 0 351,2 2 1,2 2 0,2 1 0,3 1-1775,0 1 939,3 6 1,-1-7 0,0 6 188,2 1 0,1 2 0,1 0 0</inkml:trace>
  <inkml:trace contextRef="#ctx0" brushRef="#br0">7282 7565 7970,'-12'6'0,"3"-5"1835,1 3-1407,5-2 1,3-4 0,10-2 0,5-4 0,4-3 0,2-1 0,0-1 313,1 1-1022,1-1 1,2 2-1,0 2 1,0 2 279,-1 1 0,-4 19 0,-2 7 0</inkml:trace>
  <inkml:trace contextRef="#ctx0" brushRef="#br0">7356 7826 7970,'-19'11'84,"3"-3"1,6 3-1,2-4 1,-1 1 1712,2 1-1509,2-1 1,1 0 0,0 0-1,1 2 1,3 1 71,4 2-464,-3-7 0,6 4 1,-3-6-1,3-2 1,0-5-762,-3-5 814,3-3 0,-1-7 0,3-3 0,0-3 0,-1 1 0,0 1 1,1 3 369,0 1-74,-3 1 1,5 5-1,-3 1 1,2 4 0,-1 7 434,0 7-686,-7 9 1,5 4 0,-4 4-1,1 1 1,-1 0 0,0 0 0,-1-2-1869,2-2 1386,6-3 488,-8-6 0,9-27 0,-5-7 0</inkml:trace>
  <inkml:trace contextRef="#ctx0" brushRef="#br0">7741 7342 8229,'-12'0'2235,"1"-1"-1573,2-3 1,9 2 0,9-3 0,2 1 335,1 0-945,0-1 0,5 5 0,-1 2 0,0 3 0,-3 6 0,0 6 0,-2 4-91,-3 5-134,3 4 0,-10 9 0,5 2 0,-2 6 0,0 4 1,-2 5-1,-5 2-881,-5 1 895,-3-1 0,-3-8 0,-1-2 1,-3-4-1,0-7 0,0-8 1,3-8 157,1-9 0,2-27 0,-1-12 0</inkml:trace>
  <inkml:trace contextRef="#ctx0" brushRef="#br0">7952 7069 7967,'0'-12'141,"0"4"0,0-1 1437,0 0-1257,0 3 0,0 2 0,0 8 0,-2 5 0,0 3 1,-2 4 113,1 5 0,1 3-634,2 0 1,0 5 0,0 0 0,0-1 0,0-2 0,2-1-482,2 0 0,-3-2 186,3-2 0,-2-3-74,-2-6 827,5-11 1,-3-8 0,3-15 0,1-4 0,2-4 0,3-2 0,1-2 773,1-2-1033,-6 4 0,8 2 0,-3 7 0,2 2 0,0 4 0,-2 5-295,1 4 329,-1 13 0,-4 10 1,-1 13-1,-1 2 0,-3 2 1,-2 1-1,-1 0-26,0 0-1543,0-5 1535,0 2 0,-6-11 0,0-1 0</inkml:trace>
  <inkml:trace contextRef="#ctx0" brushRef="#br0">8386 7627 7924,'-7'0'3189,"-4"0"-2908,10 0 1,-5-1-1,8-3-92,2-4-206,3 2 0,1-5 0,0 1 0,2-3 0,1-4 0,1 2 0,1 1-128,-1 2 114,0-1 0,1 2 1,-1 2-1,1 2 1,-1 1-1,0 4-54,1 0 127,-6 8 0,0 2 0,-5 7 0,3 3 1,-3 0-1,0 0 0,-2-2 353,0 2-393,0-4 0,0 4 0,0-6 1,1-1-1,2-1 0,2-3 0,2-1-626,3-4 331,1 0 0,-3-2 0,0 0 0,2 0 0,1 0 0,2 0-2593,-1 0 2886,0 0 0,-27 11 0,-7 2 0</inkml:trace>
  <inkml:trace contextRef="#ctx0" brushRef="#br0">8361 7913 8026,'-12'-7'0,"-1"1"157,1 1 1,4 3 0,1-3 1229,1-1 1,2 4-1016,4-7 0,2 7 0,2-3 0,4 4-215,3 1 0,1-1 0,2-2 1,1-1-124,2 1 0,-1 0 1,-2 1-1,1-3 124,2 3-225,-1 0 0,-3 2 0,-1 0 1,1 0-1,-2 2 0,-3 2-182,-4 4 244,3 3 1,-6 3 0,4 1 0,-4 3 0,-1 0-1,0 1 1,1-1-2,3 0 0,-1-1 0,5-6-21,2-3 1,5-3 0,3-6-1,1-3-174,4-4 1,1-10 0,4-6 0,2-5-535,2-2 735,1-3 0,-9 4 0,0-4 0,2-2 0,-1 0 0</inkml:trace>
  <inkml:trace contextRef="#ctx0" brushRef="#br0">9155 7045 7969,'-9'8'0,"-4"0"616,-1 2 0,1 2 0,0 5 0,2 3 1181,3 4-1732,-3 1 0,9 3 0,-3 4 1,1 1-1,0 3 0,1-1 1,2-1-591,1-2 290,0 4 0,4-10 1,0 3-1,0-5 1,0-3 234,0-4 0,6-20 0,-3-5 0</inkml:trace>
  <inkml:trace contextRef="#ctx0" brushRef="#br0">9503 7169 7943,'-13'8'527,"1"0"1,-1-4 6,1 4 0,-1-3 0,2 3 0,2 2 0,2 1 0,0 2 0,0 4 0,-3 5-36,-1 5 0,-2 2 0,-2 9 0,-3 4-432,-2 5-443,0 8 0,-4 2 0,2 5 0,3 0 0,1-2 0,3-3 1,1-6-3410,2-4 3786,5-13 0,-4-20 0,4-17 0</inkml:trace>
  <inkml:trace contextRef="#ctx0" brushRef="#br0">9440 7751 7942,'-12'9'0,"0"-2"681,-1-2 1,5 3-50,0-3 0,6 3 0,2-4-46,7-1-474,10 4 1,-2-6 0,4 3-1,1-3 1,-3-2 0,3-2-1,-1-2-345,3-2 141,2-1 0,-1-5 1,-1 1-1,-3-1 1,1 0-1,-2-2 0,1-3-555,0-2 597,-4 5 1,-1-7-1,-7 4 1,-2 0-1,-2-1 1,-3 1-1,-5 0-18,-8 3 163,1 1 1,-12 7 0,4 3 0,-4 3 0,0 2 0,0 5 0,2 6 472,1 7-475,6 10 1,-3 3 0,6 5 0,0 0 0,0 2 0,4 1 0,4 1 447,3-1-474,1-1 0,1-9 0,5-5 0,6-7 0,9-6 0,6-3-67,6-5 0,-2-17 0,2-6 0,3-2 0,-1 1 0</inkml:trace>
  <inkml:trace contextRef="#ctx0" brushRef="#br0">3213 9364 8050,'-8'0'-117,"-1"-2"-468,0-2 1269,3 3 0,1-6 0,3 4 3,-2-1 0,3 1 0,-3 7 0,2 5 0,2 3 0,0 5-461,0 3 0,0 5 1,0 5-1,0 6-499,0 4 1,5 11-1,0 0 1,1 4-681,-1 5 1,1-1-1,-4-3 953,2-6 0,1-11 0,-5-9 0</inkml:trace>
  <inkml:trace contextRef="#ctx0" brushRef="#br0">3300 9389 8064,'-19'4'0,"2"1"0,3 2 638,7 1 0,3-1 1,8-3-1,6-2 0,5-2 1,6 0-1,2-2-42,2-2-795,5-3 0,2-5 0,4 0 0,-3-1 0,-3 1 0,-1-1 199,0 1 0,-27 44 0,-12 10 0</inkml:trace>
  <inkml:trace contextRef="#ctx0" brushRef="#br0">3263 9785 8071,'-6'11'494,"-2"-2"1,5 0 1185,7-4-1529,3-1 1,17-4 0,-2 0 0,4-2 0,3 0-1,-2-4 1,-1 0-1343,-1 1 599,0-5 1,0 9 591,0-3 0,-23 30 0,-4 8 0</inkml:trace>
  <inkml:trace contextRef="#ctx0" brushRef="#br0">3436 9971 8071,'-19'9'3,"2"-1"0,9-4 0,5 3 690,6-1 0,5-2 0,10-6 0,6-3 81,3-8-807,8 1 1,-5-11 0,5 3 32,-2 1 0,-9-16 0,1-9 0,4 0 0,0 0 0</inkml:trace>
  <inkml:trace contextRef="#ctx0" brushRef="#br0">3833 9438 8071,'-18'0'217,"-2"0"1,2 0 2077,1 0-2059,9 0 0,8-5 1,10-2-1,3-3 1,5-1-1,2-3 0,3 1-59,5-1-340,-2 1 0,5 1 1,-3 0-1,1 1 0,-1 1 163,-2 2 0,-23 27 0,-6 3 0</inkml:trace>
  <inkml:trace contextRef="#ctx0" brushRef="#br0">3870 9438 8033,'-19'13'82,"1"0"0,7 4 1,3 2 409,4 0 0,2 5 0,2-3 1,0 2 402,0 2-1012,6 5 1,-3-2 0,4 5 0,0 3 0,-2 2 0,1 5 0,-4-2-1822,0-2 1990,-2 1 0,0-14 0,0 2 0,-2-6 0,0-6 109,-3-2 146,1-7 1,10-3-1,2-8 1,3-4 0,3-4-1,2 0 1,4 0-1270,-1-1 835,4 1 1,-3-1 126,5 1 0,16-28 0,4-7 0</inkml:trace>
  <inkml:trace contextRef="#ctx0" brushRef="#br0">4106 9587 7981,'-19'0'0,"1"0"0,6 1 0,-1 2 670,1 1 1,5 2 0,4-2-411,6 4 1,4-1-1,7 0 1,1 0-316,1 0 1,5 0 0,-3 4 0,0 0-223,0 2 0,2 4 1,-3-2-1,-2 2-486,-1-2 0,2 3 763,1-2 0,-6 23 0,-6 1 0</inkml:trace>
  <inkml:trace contextRef="#ctx0" brushRef="#br0">4404 9438 8004,'-17'-4'155,"1"0"0,-5 0 1,5 4-1,-1 0 919,-1 0 0,4 7 0,-2 5 0,1 6-594,-2 1 1,7 5-1,-2-2 1,1 4-508,0 3 1,0 9 0,1 0 0,3 0-334,2 1 0,-3-2 0,2-1 360,-1-3 0,10-3 0,-2-5 0</inkml:trace>
  <inkml:trace contextRef="#ctx0" brushRef="#br0">4367 9736 8004,'-9'11'484,"3"-1"1191,0-2 0,3-5-1581,7 1 1,3-3 0,4 0-1,-1 2-751,-2 1 0,-1 6 1,3 0-1,-3 3 335,-2 4 1,-1 1 0,-2-3 0,0 2 166,3-2 1,-1 3 0,-3-2-110,3-1 1,-1-6 263,5-5 0,13-40 0,5-21 0,4-1 0,1-1 0</inkml:trace>
  <inkml:trace contextRef="#ctx0" brushRef="#br0">4565 9550 7946,'-23'11'228,"2"-2"0,5-2 116,2-1 1,8-2-1,6-4-385,7 0 1,10-5 40,3-4 0,37-24 0,-24 13 0,0 0 0</inkml:trace>
  <inkml:trace contextRef="#ctx0" brushRef="#br0">4776 9277 7973,'-5'-7'192,"-1"0"1,-4 4 878,2-1 1,7 0 697,1 4-1676,5 0 0,8 0 0,-1 2 0,0 2 1,2 4-1,1 3 0,2 3 843,-2 2-1137,4-2 1,-5 9 0,3-2 0,-3 4-1,-3 3 1,-2 2 0,-2 2-1171,-1 2 1488,-2 7 1,-6-1 0,-3 6 0,-6-1-1,-4 1 1,0-2 0,-1-3 1567,0-5-1557,2 1 0,-4-12 0,6 0 0,-1-9 0,1-6 0,-1-5 0,0 0 66,-4-1-124,3 0 0,-8-4 0,4 0 0,0 1 0,-1 2 0,3 3 0,0-1-70,5 1 0,18 3 0,2-2 0</inkml:trace>
  <inkml:trace contextRef="#ctx0" brushRef="#br0">5198 9537 7910,'-13'0'2225,"1"0"-1997,0 0 1,5-1 0,4-2 0,4-2 43,4-2-305,4-1 1,-2-3 0,5 1 0,1 2-1,-1-2 1,1 0-105,-1 2 195,0-3 0,1 11 0,-2 0 262,-3 7-157,-2 4 0,-6 1 0,1 1 0,3-2 0,3-2-152,0 0-185,4-7 1,-4 4 0,5-6-1,2 0 1,1-1 0,3-4 0,0-1-2344,0-1 2183,-1-4 0,-5 9 334,0-2 0,-49 25 0,-12 6 0</inkml:trace>
  <inkml:trace contextRef="#ctx0" brushRef="#br0">5161 9761 7994,'-13'8'0,"1"0"520,-1 2 1,2-3 332,3 1 0,4-5 0,10-1 0,5-4 97,4-7-987,7-2 0,-3-1 0,6 0 1,-2-1-1,-1 1 0,-1-1 0,0 1-1460,-2 0 1348,-1 5 1,-4 1 0,1 6 0,1 2 0,-2 2 0,-4 5-1969,-6 7 2182,-3 3 0,-1 4 1,0-1-1,0-2 0,0-2 1,0-3-1,0-2 898,0 0-905,6-6 0,6-3 0,9-10 0,4-6-58,4-7 0,6-21 0,5-10 0,-9 14 0,0 0 0,0 1 0</inkml:trace>
  <inkml:trace contextRef="#ctx0" brushRef="#br0">5831 9302 7903,'-2'-13'1994,"-1"1"-611,-1 0 0,0 6 1,4 6-23,0 7-1316,0 9 0,0 5 0,0 8 0,0 4 0,0 4 0,-1 5 0,-2 3-1640,-1 3 1009,-6-3 1,9 3-1,-3-4 1,2 1 585,2 1 0,0-17 0,0 0 0</inkml:trace>
  <inkml:trace contextRef="#ctx0" brushRef="#br0">6252 9265 7903,'-4'-13'679,"0"1"0,-6 5 0,2 3 0,-4 2 234,-5 2 0,2 10 1,-6 4-1,1 5 477,0 7-1401,-3-1 0,5 12 1,-4-1-1,0 7 1,-3 4-1,-4 5 0,-1 5-1962,-1 6 1767,14-32 1,0 0-1,3 6 1,0 0-1,-1-1 1,0-1-1,1-1 1,1 1-1,-8 24 1,4-11 0,8-11-2305,2-6 2510,3-11 0,20-35 0,5-14 0</inkml:trace>
  <inkml:trace contextRef="#ctx0" brushRef="#br0">6215 9761 7903,'-32'13'166,"3"4"0,3-3 0,1 4 0,2-2 945,2 1 1,5-1 0,6-3 0,3-1 166,2 0-1342,6-5 1,6 3-1,7-4 1,2-1-1,5 1 1,4-4-1,2 0-1530,2-2 1433,6 0 1,-8 0-1,5-2 1,-2-2 0,-2-4-1,-3-3 1,-3-2-1014,-2 1 1271,1 0 0,-2-5 1,-2 1-1,-3-1 1,-2 1-1,-1-2 1,-3 0 95,-3 0-175,-4-4 1,-1 7 0,-1-5 0,-2 2 0,-4 3 0,-3 1-1,-3 2 213,-1 0-167,-6 5 0,3 1 0,-6 6 0,3 2 0,-2 2 0,-2 5 1,0 8 126,-1 8 1,1 6-1,2 11 1,3 2-116,1 0 1,-1 4 0,5-2 0,4 1-139,3-2 1,10-4-1,10-9 1,7-7-269,8-7 0,3-10 330,7-4 0,-2-27 0,8-16 0,1-2 0,4-3 0,0 1 0,1-1 0</inkml:trace>
  <inkml:trace contextRef="#ctx0" brushRef="#br0">3325 11336 8047,'-20'0'354,"4"0"1,3 1-1,4 2 1,2 2 0,1 2 1600,4 3-1816,0 6 0,2 0 1,0 6-1,0 2 0,0 5 1,2 3-1,0 4 813,2 4-944,6 4 1,-7 6 0,4-2 0,0-1-1,0-3 1,2-3 0,2-4-9,2-2 0,-1-57 0,0-10 0</inkml:trace>
  <inkml:trace contextRef="#ctx0" brushRef="#br0">3387 11323 8053,'-29'9'649,"0"-1"1,5-1 769,8 1-1010,8-2 1,3-6 0,11-2 0,6-2 0,8-4 0,3-3-1,3-3 109,3-3-727,-3 4 1,5-5-1,-6 5 1,-1 1 0,1 1-1,0 1 1,-2 3-2175,-2 2 2383,-3 1 0,-28 48 0,-5 11 0</inkml:trace>
  <inkml:trace contextRef="#ctx0" brushRef="#br0">3436 11633 7997,'-20'11'0,"2"-1"512,4-2 0,6-5 0,12 1 1299,4-2-1761,9-8 1,2 3 0,6-5 0,0-2 0,-1-1 0,0-1 0,-2 1-2361,-2 3 1891,-4 2 419,2 6 0,-12 28 0,0 6 0</inkml:trace>
  <inkml:trace contextRef="#ctx0" brushRef="#br0">3449 11931 7965,'-24'21'109,"2"-2"0,4-1 386,5-3 1,-1-1 0,11-3 25,4-3 0,10-2 0,11-6 1,5-2-473,2-2 1,5-4 0,-1-9 0,3-2-1634,1 0 1584,-5-5 0,-4-5 0,2-5 0,-1-6 0,1 0 0</inkml:trace>
  <inkml:trace contextRef="#ctx0" brushRef="#br0">3908 11323 8018,'-17'0'532,"1"0"1808,5 0-2089,11-5 1,12 2-1,9-5 1,2-2-1,3-1 1,2-1-1,2-1-561,2 1 1,-3 1-1,3 1 1,-2 2-1347,-3-2 622,0 5 1034,-8-1 0,-7 1 0,-6-2 0</inkml:trace>
  <inkml:trace contextRef="#ctx0" brushRef="#br0">4044 11299 7995,'-18'12'0,"0"0"0,-2 1 0,3 1 0,3 2 372,7 3 1,2 8-1,5 0 1,0 3 0,1 3-1,2 5 1,1 2 580,-1 0-1038,4-2 1,-6 4 0,5 0 0,-2 1-1,0 0 1,-1-3 0,-2-3-65,-1-4 214,0-3 1,2-6-1,0-4 1,2-3-1,1-5 1,0-3-1,3-5 1161,3-3-1282,7-1 1,-3-5 0,5-4-1,-1-2 1,0 0 0,3 0 0,2 0-2190,1-3 2245,-6-1 0,26-36 0,-21 21 0,-1 0 0</inkml:trace>
  <inkml:trace contextRef="#ctx0" brushRef="#br0">4354 11385 8002,'-19'13'187,"1"-5"0,7 0 1797,3 2-1677,2-5 1,6 6-1,2-2 1,2 2 0,5 1-1,7 1 321,4-1-929,4 6 0,1 0 1,-1 4-1,3-1 1,0 1-1,3 1 1,1 0 300,-1-2 0,21 3 0,1-5 0</inkml:trace>
  <inkml:trace contextRef="#ctx0" brushRef="#br0">4726 11311 7983,'-13'0'0,"-2"0"164,-2 0 1,0 0 0,5 0 0,0 1 1032,-1 3 1,1 7-1,-1 7 1,2 2 259,3 2-1578,-3 1 0,4 6 0,-7 3 0,-1 2 0,-3 6 0,-1 2 0,-2 0-101,2-2-976,-4-1 1,7 1 1197,-4-3 0,5-19 0,-3-14 0</inkml:trace>
  <inkml:trace contextRef="#ctx0" brushRef="#br0">4776 11175 7983,'-16'4'665,"-1"0"0,2 1 0,5-2 1043,2 1-1122,5 0 0,-1-4 0,8-1 1,6-2-1,4-2 0,4-1 227,1 1-901,1-5 0,5 9 0,-1-4 0,-2 4 0,-2 2 0,3 2 0,-1 3-969,-2 1 996,-2 6 0,-5 3 0,-1 6 0,-1 4 0,-1 7 0,-3 7 0,-2 5 650,-2 4-505,-7 0 0,1-1 0,-4-1 0,0-3 1,0-1-1,-1-3 0,0-3 612,-1-4-653,7-2 0,-9-7 0,4 0 1,-2-3-1,1-4 0,-1 0 0,-4 0 722,-3-2-782,2-7 0,-5 3 0,2-4 1,-2 1-1,-1-1 0,2-1 1,2-4-1375,-1 0 1391,1-2 0,-19-17 0,-5-4 0</inkml:trace>
  <inkml:trace contextRef="#ctx0" brushRef="#br0">5272 11323 8072,'-7'2'1659,"3"2"-1215,3 4 0,2 3 0,3 2 0,5-1 0,3-1 0,5-3 0,3-4-428,4-2 1,2-2 0,3 0 0,3 0-455,-1 0 0,4 0 0,-5 0 1,0 0 437,1 0 0,-52 27 0,-16 8 0</inkml:trace>
  <inkml:trace contextRef="#ctx0" brushRef="#br0">5260 11757 8334,'-8'20'0,"-1"-4"690,4-2 0,2-6 0,4 1 75,4 0 0,3-3 0,8-2 0,6-3-639,6-1-745,4 0 0,10-4 1,4-1 618,2-2 0,-6-2 0,4-2 0,3-2 0,0 0 0</inkml:trace>
  <inkml:trace contextRef="#ctx0" brushRef="#br0">6029 11212 8030,'-8'0'357,"-1"0"0,0 0 0,-2 0 1828,-2 0-1712,6 0 0,3 0 0,10 1 0,5 2 0,5 1 1620,4-1-1915,6-2 0,6-1 1,5-1-1,0-3 1,-1-5-1,-2-2 0,-1-1-1474,2 0 722,1-1 0,-5 1 0,-2-1 0,-4 1 0,-3 0-4005,-1-1 4579,-11 6 0,-60 24 0,12-3 0,0-1 0</inkml:trace>
  <inkml:trace contextRef="#ctx0" brushRef="#br0">6165 11274 7950,'-30'18'0,"9"-5"0,1 5 0,6-1 617,6-1 1,2 2-1,6-3 1,2 2 174,2-2 0,4-1 0,9-2 0,5 1-712,5-1 1,-1-4 0,3-1 0,-3-1-279,-1-3 1,-4 3 0,-2 3 0,-1 2-222,-3 1 0,-2 1 0,-5 0 0,-4 4 60,-2 4 0,-4 3 1,-3 4-1,-6 2 230,-5 2 1,-7 1-1,0 3 1,-5-2 80,0-1 1,-2-5-1,0 1 1,-1-4 667,1-5 0,3-3 0,6-9 506,4-4 0,10-4 1,7-4-754,7-4 0,10-7 0,5-2 1,6 2-368,5 1 1,1-1-1,1 1 1,-2 3-913,1 0 0,2 0 906,1-1 0,-1 1 0,4-2 0,3 0 0,-1 0 0</inkml:trace>
  <inkml:trace contextRef="#ctx0" brushRef="#br0">6761 11137 7906,'-12'4'54,"-1"1"0,2-1 0,1 0 0,4 1 1,0 2 982,3 3 1,2 1 0,1 4 0,1 6 66,3 8-1170,3 5 0,6 10 0,-1 4 0,-1 6 0,-1 1 0,-3 0 0,-2-2-1523,-2-2 1095,-2-7 1,-1-6-1,0-6 494,0-2 0,0-61 0,0-20 0</inkml:trace>
  <inkml:trace contextRef="#ctx0" brushRef="#br0">6811 11100 7906,'-20'0'3798,"4"0"-3233,7 0 0,9 0 0,10 0 0,4 0-717,2 0-132,6-5 1,-2 3 0,5-3 0,-1 1 0,1-1 283,0 3 0,5 17 0,2 6 0</inkml:trace>
  <inkml:trace contextRef="#ctx0" brushRef="#br0">6848 11435 7944,'-17'16'0,"1"0"1503,1-5-1129,6-4 1,11-9-1,9-2 1,5-6-417,3-5-169,-3 1 1,7-3 0,-2 6-1,1 2 1,0 5 210,-1 3 0,-6 34 0,3 8 0</inkml:trace>
  <inkml:trace contextRef="#ctx0" brushRef="#br0">6910 11720 7954,'-18'25'0,"8"-7"0,-1-4 0,4-5 0,5-6 0,6 1 1468,4-2-1305,8-8 0,2-2 0,6-7 0,-1-2 1,3 2-1,1 0 0,-1 0-1566,-1-2 1231,-1 1 1,1 3 0,-1 1 171,-4-1 0,15-16 0,-2-4 0</inkml:trace>
  <inkml:trace contextRef="#ctx0" brushRef="#br0">7294 11125 8796,'-16'1'0,"-1"2"631,2 1 1,5 0 0,4-2 674,0 2-919,2-3 1,9 3 0,5-6 0,5-4-1,6-2 1,2-5 0,2-2 722,0 0-1439,5 1 0,-4 2 0,3-1 0,-2 1 0,-3 1 0,1 3 0,0 4 329,0 2 0,-17 13 0,-4 3 0</inkml:trace>
  <inkml:trace contextRef="#ctx0" brushRef="#br0">7418 11125 7954,'-12'12'238,"0"5"1,-1-1 0,1 1 111,-1 1 1,6-3-1,3 6 1,3 2 265,1 5-551,0 3 0,0 8 0,0 1 0,0 3 0,0 1 1,0 1-1,0 1-467,0-1 449,0-5 0,0-1 1,0-9-1,0-2 1,0-6-1,1-4 0,3-7 439,5-6-534,2-4 1,3-3 0,2-5 0,3-7 0,2-4 0,1-4 0,3-1-1507,3-2-110,6 0 1664,-2-5 0,-1-5 0,2-6 0,3-5 0,0 0 0</inkml:trace>
  <inkml:trace contextRef="#ctx0" brushRef="#br0">7629 11323 7892,'-12'-8'0,"1"0"78,3-2 1,-2 3 0,6-1 3034,1-2-2527,2 5 0,6-1 1,3 6-1,5 0-305,3 0 1,1 10 0,6 4 0,4 4-459,-1 4 1,0 1 0,-1 3-1,1 2-469,3 1 1,-7 4-1,3-4 1,-3-2-1475,-3 0 435,-1-3 1685,-6 1 0,-10-11 0,-4-3 0</inkml:trace>
  <inkml:trace contextRef="#ctx0" brushRef="#br0">8001 11175 7954,'-5'-13'125,"-2"1"0,-5 1 641,-1 2 0,1 9 1,-1 9-1,2 3-173,3 5 1,-3 3 0,3 9 0,-3 4-376,-2 3 1,1 1 0,1 1-1,1-1-448,2 0 0,1 0 1,-2 0-1,2-1-378,1-3 608,2-2 0,4-12 0,0-1 0</inkml:trace>
  <inkml:trace contextRef="#ctx0" brushRef="#br0">8039 11472 7954,'1'7'1873,"3"-3"-1303,4-2 1,-1-2 0,2 0-1,0 1-857,2 3 1,2 2 0,-1 3 0,-1 0-108,-3 0 0,2 2 0,-6 3 0,-1 1 464,-2 2 0,-1-1 1,0-3 73,0-1 0,2-5 1,2-3-969,4-3 824,3-6 0,10-23 0,4-12 0,2-4 0,-1 0 0</inkml:trace>
  <inkml:trace contextRef="#ctx0" brushRef="#br0">8212 11150 7932,'-24'12'166,"0"-1"0,5-1 1604,6-2-1626,7-5 1,11 2 0,5-6-145,5-3 0,18-11 0,8-5 0,6-3 0,0 0 0</inkml:trace>
  <inkml:trace contextRef="#ctx0" brushRef="#br0">8423 10864 7900,'-11'-5'2368,"3"-3"1,2 1-1994,6-1 0,6 5 0,2-1-376,3 2 19,2 2 0,-1 0 0,0 2 0,1 2 0,-1 5 1,1 5-1,-1 4-16,0 1 1,-3 6-87,-1 4 1,-4 1-1,3-1 1,0 6-1,-2 3 1,1 4-21,-3-2 0,2 2 1,-1 1 10,-1 1 1,0-2 0,0 0 0,1-2 0,-1-4-90,-2 0 0,-1-6 220,0-1 0,0-3 0,-1-2 0,-4-2 0,-3-3 1,-3-1 999,-1-3-827,-1-1 1,1-2-1,-1-1 1,1-1-1,0-3 1,-1-2-1,1-2 1329,-1-1-1638,7-2 0,-5 0 0,2-2 1,-2-3 97,-1-8 0,-1-21 0,1-12 0</inkml:trace>
  <inkml:trace contextRef="#ctx0" brushRef="#br0">8981 11274 8187,'-12'0'3509,"0"0"-3085,5 0 0,7-2 0,8 0 1,4-4-250,5-1 1,-2 3 0,6-3-465,1 2 1,1-1 0,2 3 0,0-1 0,0 2 288,0 0 0,-1 24 0,1 6 0</inkml:trace>
  <inkml:trace contextRef="#ctx0" brushRef="#br0">9044 11534 7990,'-20'19'751,"-2"2"0,7-7 841,4-3-1250,4-1 1,8-4 0,5-3-1,6-4 1,8-6 0,6-3-1,6-5-564,5-3-24,8-2 0,-1-1 246,6 0 0,-3-6 0,5-5 0,4-5 0,0 1 0</inkml:trace>
  <inkml:trace contextRef="#ctx0" brushRef="#br0">9651 10964 7990,'-24'12'465,"3"0"0,2 1 1,1-1 1087,3 1-1326,1-1 0,5 5 1,3 1-1,0 1 1,3 3-1,2 1 1,1 2-78,0 0-319,0 5 1,1-4 0,2 3 0,1-4-1,0-4 1,2-5-980,2-2 981,3-7 0,2-8 1,-1-12-1,0-7 0,2-7 1,1-3-1,3-2-69,2-2 305,-5-2 1,7 4 0,-6 3 0,-1 5 0,1 2 0,-1 1 0,1 0 941,-1 2-807,-1 1 1,-1 11 0,-1 3 0,0 3-1,-1 3 1,-1 7 0,-3 7 343,-1 6-692,-2 3 0,0 5 1,0 3-1,-1 2 1,-1-1-1,1-2 0,3-2-2566,1-2 2710,-5 4 0,15-12 0,-3 4 0</inkml:trace>
  <inkml:trace contextRef="#ctx0" brushRef="#br0">10197 11038 7978,'-12'0'306,"-1"1"0,1 2 1,0 3 551,-1 1 0,1-3 0,1 4 1,1 2-443,2 1 0,1 2 0,-3 3 0,3 3-318,2 4 1,-3 1-1,2 10 1,-1 5-421,-2 5 0,2 4 0,-2 3 1,0 1-406,-2 2 0,0-1 0,1-9 0,2-6 727,-2-3 0,-1-24 0,-1-2 0</inkml:trace>
  <inkml:trace contextRef="#ctx0" brushRef="#br0">10086 11646 7932,'-7'12'350,"0"-4"559,3 1-810,2-7 0,4 4 0,9-6 1,5 0-1,5 0 0,4 0 1,2-1-134,1-4 0,-2 0 1,0-5-1,0 2 132,-1-2 53,3-1 0,-10-1 0,2 0 0,-3-1 1,-3 1-1,-2-2 0,1-3 354,-1-3-399,-5 2 0,-2-6 0,-5 5 1,0-2-1,-1 2 0,-3 1 1,-4 3 296,-3 1 1,-3 7-1,-3 3 1,-2 3-54,0 1 0,-5 5 0,3 5 1,-2 5-85,-2 6 1,0 6-1,2 4 1,1 1-116,1 2 0,6 2 1,-1 1-1,3 0-417,5 0 1,2-1 0,6-1 0,2-4-42,2 0 0,3-4 0,7-6 1,1-6 12,1-5 1,10-5 0,1-5 0,3 0-2554,4 0 2847,2-5 0,-4-15 0,1-6 0,3-4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6215 8992 8003,'-4'-13'-13,"0"1"1,1-1 96,2 1 1,2 1-1,3 3 1,4 4-1,5 2 1,2 2-1,2 0 0,0 0 0,-1 0 1,2 0 43,1 0-25,2 0 1,3 0-1,3-1 1,3-2-1,7-2 1,9-2-1,6-3 780,6-1-802,2-1 0,3-1 0,-1-1 0,2 1 0,5-1 0,-31 9 0,0 0 0,1 1 0,1 1 119,0 2 0,0 0-142,-1 0 0,0 0 1,30 3-1,-6 2 0,-6 3 1,-9 1-1,-2 0 0,-2 0 474,3-1-514,6-1 0,-3-6 1,0 0-1,-6 0 1,-4 0-1,-2-2 1,-2-2 124,0-4 0,0 1 0,0 0 0,0 2-117,1 2 0,-3-2 0,8 0 1,-5 3-43,-4 0 1,1 2 0,-5 0 0,-3 0-240,-3 0 0,-6 0 1,-4 0 254,-1 0 0,-21 11 0,-7 3 0</inkml:trace>
  <inkml:trace contextRef="#ctx0" brushRef="#br0">11004 8905 7909,'-32'1'0,"3"2"654,3 1 0,6 0-329,4-4 0,8-1 0,5-2-162,6-1 0,9-6 1,9 3-1,2-1 1,3 0-1,2 0 1,2-1-1,2 3 0,4 0 984,4 3-1153,-2 2 1,16 1-1,0 0 1,8 0-1,7 1 1,-32 1 0,2 0-1,0 2 1,2-1-12,0 1 1,2-1 0,5 2-1,1 0 1,5-3 0,0 0-1,4 0 1,0-1 78,1 0 0,0-1 1,1 0-1,-1 0 0,-1 0 1,0 0-1,1 0 0,2-1-45,0-1 0,0 0 0,0 1 0,0 0 1,-3-1-1,-1 0 0,-3 1 0,0 1 176,-3 0 0,0 0 0,-5 0 0,0 0 0,-2 0 0,-1 0 0,-4 0 0,-1 0-47,30 0 0,-2-2 0,-7 0 0,5-3-52,2 3 1,1-5 0,-7 0 0,-9-1-100,-6-1 0,-4 2 0,-2-2 1,1 1-68,1-2 0,5 3 1,-5 0-1,-1 2 224,-1 2 1,-3 1 0,-5 2 0,-6 0 15,-7 0 0,-4 6 0,-2 2-76,1 3 0,-2 2 0,-3-1 230,-4 0 1,-3 1-1,-1-1-271,0 1 1,-1-1 0,-2 0-82,-1 1 1,-4-5-1042,4 0-64,-6-5 0,3 3 1135,-5-6 0,-1-6 0,1-1 0</inkml:trace>
  <inkml:trace contextRef="#ctx0" brushRef="#br0">18050 8669 8244,'-2'-8'1669,"-2"0"-1188,3 5-27,-5-3-355,6 6 1,2 0 0,2 0-1,4 0 1,5 0 0,3 0 0,5 0-1,4 0 1,4 0 680,4 0-643,2 0 0,7 0 0,2 0 0,3 0 0,4 0 0,0 0 1,0 0 138,-2 0 0,8 0 1,5 0-1,8 0-253,-31 0 1,-1 0-1,3 1 1,0-2 0,3 1-1,0-1 1,2-1-1,2 0-124,3-2 0,1 0 0,3-2 0,0 1 0,5-2 0,0 1 0,-1 0 0,-1 0 138,1 0 1,0-1-1,1 1 1,1 0-1,3 0 1,0 1 0,0 0-1,-1 0 27,-4 1 0,-1 0 0,0 2 0,0 0 0,-3-1 1,0-1-1,2 1 0,-1 1-9,0 0 1,-2 1 0,-5-1-1,-2 1 1,-6 0 0,0-1 0,-1 0-1,0 0-49,2 1 1,-1-1-1,-2 2 1,0-1-1,3 1 1,-1 0 0,-4 0-1,-2 0-23,21 0 0,-3 0 0,-8 0 1,5 0-226,4 0 1,-8 6 0,3 0-1,-7 3 74,-6-1 0,-4 0 0,-9 3 0,-2-1 111,-4-2 1,-4-1-1,0 3 86,-1-2 1,-1-4 0,-1 3 965,-2-2-946,-5 0 1,2-7-12,-5-2 1,-5 3 0,-3-3-115,-3 2 1,2-2-1,1 0 76,-2 1 0,-6-9 0,-3-2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13820 7801 8292,'12'-5'-321,"2"-2"0,1-6-17,1 1 341,7-1 0,-4 1 1,6 0-1,1 1 1,1 1-1,4 2 0,0-2 1,4-1-1,1-1 1,1-1-1,-1 2 317,-3 3-285,3-3 1,-9 5 0,5-3 0,0 2 0,-1 1 0,4 4 0,1 0-21,1 2 1,6 0 0,2 0 0,3 0-1,2 0 0,-5 0 0,1 0 1,-1 0 59,0 0 1,-1-1-1,-2-2 1,8-2 28,7-2 0,7 4 1,2-3-1,-2 2-9,-5 0 0,2 0 0,-1 4 0,8 0-74,-31 0 0,0 0 0,3-2 0,-1 0 0,-1 0 0,0 0 0,0 0 0,0 0-36,-2-1 0,1 0 0,0 2 0,0 1 0,2-3 0,-1 0 0,1 1 0,-1 0 10,3 0 0,0 0 0,-2-2 0,0 0 0,1 1 1,0 0-1,-1 0 0,-1-1-1,0-1 1,-1 1 0,3 0 0,0 1 0,-2-1 0,1-1 0,3 1 0,0-1 22,0-1 0,0 1 0,1-1 1,-2 1-1,-3 0 0,0 0 1,-1 1-1,1 1 6,0 1 1,1-1 0,-2-1-1,2-1 1,1 3 0,1 0-1,-2 1 1,-1 0 17,31-1 0,-7 4 0,-11 0 0,3 4-38,4 1 0,2 0 1,2 2-1,-1-2-10,-3-1 1,-9 2 0,-7-3 0,-5 1-5,-4-1 1,3 0 0,-3-5 0,4 0-4,5 0 1,0 0-1,5 0 1,-4 0 11,-4 0 1,-1-2-1,-9-1 1,-3-1-13,-4 2 0,-4-4 0,-7 1 1,-1-1 3,-2 1 0,-5-1 0,1 2-602,-3-4 70,-1 2 542,-5 1 0,-41 21 0,-14 5 0</inkml:trace>
  <inkml:trace contextRef="#ctx0" brushRef="#br0">13968 10505 8225,'13'0'0,"-1"-2"-16,1-2 0,5 2 0,4-5 1,5 0-1,5 0 0,1-1 0,0-1 1,2 1 75,0-2 0,3-1 0,-1-1 0,0 0 211,0-1 0,5-3-170,-1-1 0,11 1 0,1 3 0,2 1 0,-1 1 0,-3 1 120,-2 2 1,-2 1-219,3-1 1,-2-3-1,11 2 1,5-2-1,5-1 1,-33 6-1,2 0-48,1-1 1,1 1-1,-5 0 1,0 0-1,1-1 1,1 0 85,-1-1 0,1-1 0,3 2 0,1 1 0,6-3 0,1 1 1,0 1-1,-1 0 0,0 1 0,-1 1-288,-3 1 0,1 0 1,1-2-1,1 1 279,3 1 0,1 0 0,2 0 1,1 1-1,0-1 0,1 0 1,-2-1-1,-2 1 0,-2 0 1,-1 0-1,1 0 0,1 0 13,1-1 1,0 0-1,-1 0 1,-1-1-24,2 0 1,-1 0 0,-2-1 0,0 1-1,2 0 1,1 0 0,2 0 0,-1-1 0,1 1-1,0 0 1,-1 0 0,0 0 1,-1-1 1,0 1 0,-3 1-1,0-1-52,5 2 1,0 0-1,-6-1 1,0 0-1,1 3 1,0 0-1,-3 1 1,0-1 0,-2 2-1,0 0 1,1 2-1,1-1-30,0 1 1,0 0 25,-1 3 1,-1 0 0,4-2 0,-1 1 0,-3 2-1,-1 0 1,-1 0 0,-1 1 0,-1-1 0,1 0 0,1 0-1,0 0 1,2 1 0,0-1-77,1 0 0,-1 0 0,1-1 0,-2-1 0,-4-1 0,-1 0 0,0 1 0,0-1 152,-1 1 1,0-1 0,5-1 0,0-1-1,3 1 1,0 0 0,-1-1 0,0-2-30,-2-1 0,0 0 1,30 1-1,-2-5 1,-1 2-48,-32 2 0,1 0 0,0-1 0,1 0 0,-1 2 1,-1 0-1,30-4-90,-11 3 1,-10 0 0,-11 2 0,-5 0-61,-6 0 0,-4 0 0,-6 0 1,-1 2-211,-3 2 1,-4 3-1,-8 5 392,-4 0 0,-3-5 0,-1-1 0</inkml:trace>
  <inkml:trace contextRef="#ctx0" brushRef="#br0">14353 11571 8148,'0'-12'41,"0"4"1,1 1-1,4 0 1,4 1-1,6 1 1,7 2-1,6 2 605,5 1-553,8 0 1,8 0-1,6 0 1,0 0 0,1 0-1,0-2 1,1 0 289,4-2 0,4-1-333,-28 5 1,0 0 0,1 0 0,0 0 0,1 0 0,-1 0 0,2 1 0,0 0 0,0 0 0,0 2 0,1 1 0,1 0 30,0 2 0,1-1 0,2 0 0,1-2 0,5 1 0,0-1-159,1 0 0,0 0 1,4-1-1,1 0 1,-1-2-1,-1 0 0,2 0 1,-1 0-1,0 0 1,-1 0 101,-3 0 1,-1 0 0,-1 0-1,-1 0 1,-4 0 0,0 0-29,1 0 0,-1 0 0,-2 0 0,-1 0 1,-3 0-1,0 0 0,31 0 0,-8 1-214,-7 3 0,-14-1 0,-3 4 27,-3-1 1,-4-1-1,-2-2 1,-5 2 0,-3 1-150,-4-1 1,-8 0 405,0-5 1,-8 0 58,-1 0 0,-6 0 1,-6 0-45,0 0 1,3-2-1,1-1 1,-2-1 0,-1 0-1420,-1-1 1474,5 3 0,-37-20 1,-4 2-1</inkml:trace>
  <inkml:trace contextRef="#ctx0" brushRef="#br0">25282 10244 7801,'-11'-5'-315,"3"-3"1,4-3 0,2-2 871,2 1-448,0-1 1,6 5 0,2 1 0,3 0 0,2 2-1,0-1 149,4 3 1,-3 2 0,2 1-183,-2 0 0,-2 0 0,2 0 0,1 0 0,2 0-5,-2 0 0,0 4 0,2 2-45,3 1 1,5-3-1,4 3 1,6-2-1,5-2 14,5-2 0,5 1 1,3 0 48,5 3 0,-2-1 1,-3-4-1,0 0 1,2 0 184,7 0 1,1 0-209,7 0 1,-33 0 0,1 0-1,1 0 1,0 0 0,1 0-1,-1 0 1,1-1 0,0 0-1,2 0 1,0-2 286,3-1 1,0 0-351,1-1 0,1-1 1,3 0-1,0 0 0,-1-1 1,1 1-1,-1 0 0,1 0 1,0 0-1,1 1 1,0 0-1,0 0 0,0 1 1,0 0-19,-2-1 0,0 0-19,0 2 1,1 1 0,0-4 0,0 1 0,5 1 0,1 1-1,0-1 1,1 1 0,-1 0 0,-1 0 0,0 1 0,1 0 0,1 0-1,1 0-13,6 0 0,-1 1 0,-5 3 0,0 0 0,2 2 1,0 1-1,-2 0 0,0 1-123,1 0 1,0 0-1,3 1 1,0 0-1,4 0 1,-1 1-1,-1 1 1,-1 0 77,0 1 0,0-1 0,-1 0 1,1-1-1,4 1 0,0 1 1,0-1-1,1 0 19,-21-4 1,1 0 0,-1 0-1,18 2 1,1 0 0,1-1-1,1-1 1,-4 0 0,0 0-3,1-1 1,0 0 0,1-1-1,0 1 1,-1 0 0,-1 1-1,-2 0 1,-2-1-6,-3 0 1,-1 1 0,-2 1-1,-1-1 1,0 1 0,-1 1 0,-4-1-1,-1 0-60,-4 1 1,-2-1-1,-2-2 1,-1 0-1,0 0 1,0 0-1,1 0 1,-1 0 100,2 0 0,-1-1 1,-3 2-1,0 0 1,23-1-1,-11-1 55,-9-2 1,-10-1 0,0 0 0,-5-1 60,-3-3 1,-3-3-1,-6-7 1,-1-1 151,-2-2 0,-4 1 0,-5 2 0,0-1-20,0-2 0,-4 1 0,0 3 362,1 1 1,2 0-1,2-1-362,3 1 1,3 3 0,6 3-236,-1 0 26,0 2 0,-38-2 0,-10 0 0</inkml:trace>
  <inkml:trace contextRef="#ctx0" brushRef="#br0">18633 4291 8016,'-8'0'158,"1"-1"805,1-3-779,2 2 0,0-2 0,0 8 0,1 5 1,2 2-1,1 1 0,-2 0 0,0 2 0,-3 3 1,3 2 916,0 0-1092,2 5 0,0-5 1,0 6-1,0 0 1,0-2-1,0-1 0,0-3-455,0-1 404,0-7 1,6-1-1,2-9 1,2-5 340,-2-7-280,3-15 1,-8 4-1,5-11 1,2 0-1,1 0 1,1 1 0,0 2 113,1 2-102,-1 2 0,1 3 0,-1 2 0,1 6 0,-1 5 0,2 6 0,1 3 242,1 1-184,-5 5 0,0 3 1,-4 9-1,2 4 0,-2 2 1,-1 2-1,1-2-316,3-2 0,-3 2 1,1-2-1,2 1-924,1-1 0,5 1 1151,1-6 0,21 1 0,2-5 0</inkml:trace>
  <inkml:trace contextRef="#ctx0" brushRef="#br0">19117 4539 9614,'-13'7'1405,"5"3"0,1-5 1,0 1-680,0-1 0,5 5-726,-3-2 0,43-2 0,10-1 0</inkml:trace>
  <inkml:trace contextRef="#ctx0" brushRef="#br0">22441 2629 7479,'0'-8'854,"0"0"0,-1 4-47,-3-5 1,1 5 17,-5-4-551,0 5 1,-1-6 0,2 3-1,2-1 285,2-2-677,-4-3 0,6 4 0,-3 0 0,2-2 0,2-1-959,0-1 978,-5 5 0,2-3 0,-5 6 0,-2 4 0,-1 6 0,0 7-25,3 5 1,-6 4 193,6 7 1,-9 3 0,8 5-1,-1 1 1,0-1 0,3-1 538,3-3-573,-3 2 0,6-10 0,-2 0 1,5-7-1,3-6 0,2-3 0,3-5-17,1-3 0,2-8-15,4-5 0,-3-6 0,2-7 0,-1 0 0,1-1 0,0-1 212,-1-2-192,-1 0 1,-1 4-1,-1 0 1,-1 0-1,-1 2 1,-4 2-1,1 5 17,0 2 1,-3 7-22,5 3 0,-7 8 0,3 6 1,-4 5 60,-1 5 0,-1 0 0,-2 0 0,-1 2-96,1 2 1,2-1 0,1-1 0,0-2-259,0-2 1,1-2 0,2-3 0,2-2-1249,2-3 0,3-3 1521,6-5 0,26-38 0,-16 14 0,0 0 0</inkml:trace>
  <inkml:trace contextRef="#ctx0" brushRef="#br0">22727 2567 8069,'-11'6'288,"1"1"0,2 1 331,-2 0 0,5 2 0,0 5 0,4 3-257,1 1 1,0-2 0,0 2 0,1 0-299,4 1 0,0-5 1,6 1-1,0-2-303,3-1 0,1-7 0,-3-1 0,1-4 96,-1-1 1,5-6-1,-1-3 1,0-6 34,-3-6 0,1-4 1,1-4-1,2-2-10,-2-1 1,-1 0-1,-2 5 1,1-2-247,-1 1 1,0 3 0,-1 5 0,-1 4 363,-2 7 0,-16 53 0,0 18 0</inkml:trace>
  <inkml:trace contextRef="#ctx0" brushRef="#br0">23260 2617 7982,'-5'-7'129,"3"0"420,-2 3-107,-3 3 0,6-6 0,-3 3 0,2-5 110,2-2 0,0 3-477,0 0 1,0 4 0,0-5 0,0 0-1,-1-1 331,-3 2-361,2-3 0,-9 9 0,3-2 1,-3 3-1,-3 2 0,-1 3-54,-1 5 0,-5 7-19,4 5 0,-3 2 1,3 2-1,2 0 0,3-2 1,3-1 164,5-1-219,3-6 1,2 3-1,3-7 1,6-3-1,5-3 1,6-4-1,2-1-120,2 0 189,0-6 0,0 1 1,-2-5-1,-2 2 1,-5 0-1,-2 1 209,-2 3 0,0 4 1,-4 4-1,-4 5 87,-3 7 0,-1 4 1,-1 9-1,-2 4-46,-1 3 0,-6 1 1,3 1-1,-1-1-131,0 0 1,5-1 0,-2-3 0,1-4-31,-1-3 1,0-7-1,2-1 1,-2-3 128,-2-2 1,-2 1 0,-3-10 0,-2-2 30,-2 0 0,-4 2 1,-4 0-1,-1-1-336,0-2 1,2-6 0,1-2 0,2-1-1013,2-1 1,7 1 1111,7-4 0,11-23 0,7-9 0,0-3 0,-1-1 0</inkml:trace>
  <inkml:trace contextRef="#ctx0" brushRef="#br0">23756 2679 8033,'-16'0'229,"-1"-1"1,2-2 0,3-3 0,3-1 0,7-1 1939,4 1-1972,5-4 0,6 4 0,0-4 0,3 2 0,2 0 1,-1 0-1,3-1 744,-1 2-841,2-3 1,-1 9 0,0-3-1,-2 1 1,-2 0 0,1 1-1,-1 1-558,-1 2 0,-1 0-2427,-1 0 2885,-1 6 0,-33 28 0,-8 13 0</inkml:trace>
  <inkml:trace contextRef="#ctx0" brushRef="#br0">23756 2877 8033,'-19'7'0,"4"-1"0,5-1 0,6-3 0,8 2 511,4-3 0,5-2 0,3-2 1,5-2 1362,3-2-1809,0-2 0,7-3 0,2 0-65,3-1 0,14-12 0,8-6 0,-15 8 0,-1 1 0,0-1 0</inkml:trace>
  <inkml:trace contextRef="#ctx0" brushRef="#br0">24563 2046 8033,'-13'-12'210,"1"4"0,-1-1 2265,1 0-1111,5 3 1,3 1 0,8 5-547,4 0 0,5 0 1,2 1-687,2 3 0,5 3 1,-2 7-1,2 1 1,2 3-302,1 1 1,-3 2 0,7 4-544,-3 0 0,-6-1 0,1 1 0,1 0 0,2-2 712,0-2 0,12-25 0,3-11 0</inkml:trace>
  <inkml:trace contextRef="#ctx0" brushRef="#br0">25034 1960 8033,'-14'-9'238,"-2"1"0,6 5 1,-2-1 392,1 3 817,0 1 1,-2 0-1,2 1 602,3 3-1982,-3-2 1,5 9 0,-3-2 0,0 6 0,-2 6 0,-2 3 0,-5 0-132,-2 1-94,0 6 1,-9 0-1,-3 8 1,-1 2-1,-3 5 1,2 2-1,-1 1-2719,4 1 1869,0-6 1,9 2-1,4-9 1007,6-5 0,13-10 0,1-5 0</inkml:trace>
  <inkml:trace contextRef="#ctx0" brushRef="#br0">24426 2828 7975,'-12'0'35,"-1"0"0,1 4 2383,0 0-2119,-1 0 0,8-8 1,5-2-1,7 0 0,4-4 1,2-1-1,4-3 1,4-1-1,3-2 1253,5 2-1367,3-4 0,11 5 0,4-2 0,4 2 0,4 2 0,0-1 0,1 1 385,1-1-643,1 6 0,4-2 0,0 3 1,0 1-1,0-1 0,-1 3 1,-4 2-1902,-3 1 1431,-8 0 0,-9 0 1,-10 0-1,-4 0 1,-7 0 542,-2 0 0,-35 0 0,-8 0 0</inkml:trace>
  <inkml:trace contextRef="#ctx0" brushRef="#br0">24786 3051 7996,'-19'0'151,"1"0"1,5 0 0,1 1 795,0 3 0,-1-1-756,1 6 0,-1-1 1,2 4-1,3 2 1,4 1-1,2 3 1,2 0-1,0 0 0,0-2-299,0 2-46,0-9 1,6 7 0,4-9 0,3 0-1,4-3 1,-2-4-489,-1-4 655,-2-9 1,5-4-1,1-5 1,0-1 0,0-1-1,-3-4 1,0 1 505,1 0-252,-2 8 1,3-3 0,-8 6 0,0 0 0,0 4 0,2 4 1130,2 4-1284,-6 8 1,-2 8-1,-5 10 1,0 6 0,0 5-1,0 1 1,0 1-3,0-2-1003,0 0 0,0 3 0,0-3 891,0-4 0,0-9 0,0-2 0</inkml:trace>
  <inkml:trace contextRef="#ctx0" brushRef="#br0">9986 571 8071,'-12'0'518,"0"0"0,-1 1 1,2 3-1,3 6 1,2 5-1,2 5 67,0 4 1,0 8 0,4 3-1,0 7-352,0 2-191,-6 7 0,4 1 0,-7 5 0,1-2 1,0-3-1,1-2 0,1-5-689,4-3 297,0-4 1,2-12-1,0-5 1,2-7 349,2-6 0,8-32 0,5-18 0,3-3 0,0 0 0</inkml:trace>
  <inkml:trace contextRef="#ctx0" brushRef="#br0">9986 608 8044,'-18'5'558,"6"-2"2345,0 5-2466,5-5 0,8 3 0,3-5 0,4 2 0,5 1 0,2-1 0,3-2 431,1-1-1029,2 5 0,0-2 1,-2 5-1,-1 1 0,-3 0 1,-1 2-1,-2 5-73,1 1-109,-7 4 0,0 5 1,-7 3-1,-4 4 0,-4 2 1,-5 1-1,-4-2-2345,-1 1 2011,-2 3 677,2-12 0,-10-1 0,3-7 0</inkml:trace>
  <inkml:trace contextRef="#ctx0" brushRef="#br0">10334 1079 8030,'-14'8'0,"-1"-1"497,-2-1 1,-2 3 0,5-2 0,3 1 433,0 1 1,4-1 0,0 4-49,2 1-946,1-1 0,4 5 0,0-1 0,0 1 0,1 1 0,2 2 0,2 2-1241,2-1 1003,-4 3 1,2-11 0,-3 4-1448,2-3 2000,-3-18 1,5-5 0,-6-16 0,0-1 0,1-1 0,2-4 0,2 1 1514,2 0-1680,2 1 1,3 5 0,0 2-1,1 3 1,-1 1 0,2 4 0,1 5-779,2 5 0,5 2 691,-2 2 0,26 33 0,6 9 0</inkml:trace>
  <inkml:trace contextRef="#ctx0" brushRef="#br0">10880 608 8031,'-13'-7'603,"5"-3"1,0 5 0,-2-1 0,-1 1 217,-2 2 1,1 3 0,0 5 0,1 8-519,2 6-244,-2 10 0,4 5 0,-4 11 0,2 6 0,2 4 0,1 4 0,4 0 267,0-1-403,2-3 1,6-5 0,3-2 0,5-4 0,5-8 0,4-10 0,4-8-1220,3-4 661,4-7 0,1-2 635,-2-5 0,-8-36 0,-3-16 0,1-3 0,0 0 0</inkml:trace>
  <inkml:trace contextRef="#ctx0" brushRef="#br0">11202 583 8029,'-12'0'1386,"-1"0"165,1 0-1173,5 0 1,1 1-1,6 3 1,0 6-1,0 5 1,2 7-1,1 7-112,1 8 1,1 6-446,-1 7 1,-2 5 0,3 3 0,-1 1 0,1-2 0,-1-8-636,1-6 1,1-6 813,2-4 0,3-19 0,-4-10 0</inkml:trace>
  <inkml:trace contextRef="#ctx0" brushRef="#br0">11549 608 7989,'-12'0'538,"0"0"1,3 0 0,1 0 812,-2 0 0,5 1-934,1 3 0,8-1 0,3 5 0,2 3 0,2 4 0,3 7 0,0 6 0,0 5 0,0 3-857,2 1 291,-2 0 1,4 1 0,-4-3 0,1-2 0,0-2 0,-3-4 0,-2 0 148,0-4 0,1-29 0,1-3 0</inkml:trace>
  <inkml:trace contextRef="#ctx0" brushRef="#br0">11872 583 8162,'-14'-4'0,"-1"-2"603,-2-1 1,1 5-1,4-3 3283,-1 4-3225,6 1 1,-4 1 0,4 4 0,-1 3 0,1 4 921,2 5-1771,-5 2 0,3 11 0,-5 4 0,-1 3 1,1 5-1,-2 7 0,-1 3 94,-2 0-736,-5-1 0,9-7 1,-4-2-1,3-5 1,3-5 829,3-7 0,13-34 0,9-13 0</inkml:trace>
  <inkml:trace contextRef="#ctx0" brushRef="#br0">11810 943 7995,'-12'0'1219,"-1"0"1,8 0-1,5 0-217,6 0 1,10-2 0,3-1 0,3-1 316,4 2-1329,2-5 1,-3 5-1,1-2 1,1 1-1,2 1 1,-1-2 0,-3 1-2922,-5 1 2520,4 2 411,-10 0 0,-19 22 0,-10 6 0</inkml:trace>
  <inkml:trace contextRef="#ctx0" brushRef="#br0">11785 1079 8024,'-5'-7'-179,"-2"-3"1505,-6 6-1089,1 0 0,5 10 1,3 2-1,2 3 1,2 1-1,0 2 1,0 1-1,0 3 1,2 0-1008,2 0 708,-3 4 1,5-4 0,-6 3 0,1-5 0,2-2 0,1-2-872,-1 1 933,4-6 0,-6-62 0,2 17 0,0 0 0</inkml:trace>
  <inkml:trace contextRef="#ctx0" brushRef="#br0">11847 905 8024,'-23'6'486,"8"-1"537,-6 4 1,13-4 0,9-5-1024,10 0 0,40-33 0,-18 12 0,0 1 0</inkml:trace>
  <inkml:trace contextRef="#ctx0" brushRef="#br0">12554 558 7992,'-12'0'309,"-1"0"0,1 0 1,0 0-1,-1 1 0,1 4 1,-1 3-1,2 3 431,3 1 0,-3 8 0,4 3 0,0 7-63,3 6-761,3-1 1,1 13 0,-2-1 0,0 2-1,-2 1 1,1-6 0,1-5-1181,2-6 0,5-4 763,-1-9 501,5-7 0,15-79 0,-8 21 0,1 0 0</inkml:trace>
  <inkml:trace contextRef="#ctx0" brushRef="#br0">12579 521 7973,'-25'0'0,"0"0"0,6 1 0,4 3 3395,5 5-2881,5-4 1,8 1 0,5-6 0,8 0 0,6 0-1,3 0 1,0 0-1351,0 0 794,0-6 0,-2 5 0,-1-3 42,-1 2 0,-17 30 0,0 6 0</inkml:trace>
  <inkml:trace contextRef="#ctx0" brushRef="#br0">12517 881 7973,'-37'19'145,"6"-1"0,7-6 664,6 1 1,11-7 0,8-1 1049,10-4-1855,7-7 1,7 1-1,1-5 1,2 3-1,1 2 1,-2 2-1,-1 2-2277,-1 1 1919,-5 0 1,2 0-1,-6 1 1,-2 3-1,-4 5 1,-6 3-1,-4 4 354,-4 5-128,-3 3 1,-15 0-1,-5 1 1,-1 0 0,-4-2-1,1-1 1,3-4 1045,4-4-177,5 1 1,15-15 0,9-1 0,14-10 0,12-10-742,5-6 0,7-13 0,6-7 0,-14 12 0,1-1 0,-1 1 0</inkml:trace>
  <inkml:trace contextRef="#ctx0" brushRef="#br0">12914 657 7980,'-19'9'0,"2"-3"1324,3 0 0,9-2-525,5-4 1,11-1-1,11-3 1,6-5-684,5-2 1,-2-2-1,2-3 1,2 0-441,1 1 1,-5 1 0,-2 2 0,-2-1-2153,-3 1 2476,-4 5 0,-30 12 0,-12 9 0</inkml:trace>
  <inkml:trace contextRef="#ctx0" brushRef="#br0">13013 732 7980,'-25'18'150,"1"2"1,6 0 0,4 0 0,6 2 444,2 2 1,2 1 0,4-1 0,0 1 613,0 0-1155,0 0 0,4 0 1,2 1-1,-1 1 1,1 1-1,-2-3 1,0-5-54,0-2 11,0-1 1,0-5-1,2 1 1,1-2 0,2-3-1,2-4 1,3-4-421,3-4 1,2-8-1,6-9 408,0-3 0,3-24 0,2-11 0,-8 16 0,0 0 0,0 1 0</inkml:trace>
  <inkml:trace contextRef="#ctx0" brushRef="#br0">13237 744 7980,'-13'7'0,"1"4"0,-1-4 0,2 1 1031,3 0 1,-2 1 0,8 3-297,3 1 0,5-5 0,6 0 0,2 0-1041,2-1 0,-1 4 1,6-4-1,1 1-429,2 1 1,-1-1 0,-1 3 0,-1-1-209,1-2 0,-3-4 943,2 4 0,-1-10 0,5 0 0</inkml:trace>
  <inkml:trace contextRef="#ctx0" brushRef="#br0">13559 707 7964,'-5'-12'285,"3"-5"1,-3 0 0,1 2 452,-1 2 1,-4 6 0,0 2 217,-2 4 0,-1 7 0,-2 2 0,-1 4-585,-1 5 1,-5 8 0,3 8 0,-1 3-657,-3 1 0,0 0 1,0 0-1,2 0-451,2 1 0,2-3 1,3-2-1,2-4 736,3-2 0,14-36 0,7-7 0</inkml:trace>
  <inkml:trace contextRef="#ctx0" brushRef="#br0">13646 843 7964,'-19'4'488,"2"2"1228,3 1 1,9-4-1123,5 1 1,5-3-1,8-1 1,-1 0-621,1 0 0,-1 0 0,-1 2 0,-1 2-1026,-2 4 1,-5 3-1,1 3 1,-3 1 542,-1 1 1,0 5-1,0-3 1,0 0 271,0 0 710,0-2 1,0-7 0,0-4-474,0-3 0,11-49 0,3-21 0</inkml:trace>
  <inkml:trace contextRef="#ctx0" brushRef="#br0">13733 633 8824,'-11'1'0,"1"2"1264,2 1 0,5 1-772,-1-1 1,4-2-1,4 2-492,4-3 0,36-23 0,10-5 0</inkml:trace>
  <inkml:trace contextRef="#ctx0" brushRef="#br0">13931 484 8299,'-12'0'0,"-1"0"1436,1 0 0,4 0 1496,-1 0-2796,7 0 0,-2 0 0,8 0 0,4 0 0,3 0 0,3 0 1,1 0-1,2 0 0,-2 0 325,-2 0-456,0 5 0,-2 2 1,-1 5-1,-4 2 1,1 3-1,-1 3 0,-1 5-30,-2 4 47,-2-3 0,-1 14 0,0-2 1,-1 0-1,-2 1 0,-2-2 1,-1-1 116,1-3-284,1-3 1,2-5 0,0-2 0,-3-2 0,1-4 0,-1-5 0,-4-2-167,-2-2 395,-1-5 0,0 2 1,-1-5-1,1 0 1,-1 0-1,1 0 1,0 0 643,-1 0-1105,1 0 0,-1 0 377,1 0 0,0-22 0,-1-5 0</inkml:trace>
  <inkml:trace contextRef="#ctx0" brushRef="#br0">14303 422 7931,'-4'-9'1464,"0"1"1,-1 5 2394,0-1-3518,4 3 0,-4 2 1,5 5-1,0 6 0,1 7 1,2 6-1,1 4 0,-1 6-922,-2 5 426,-1 9 0,0 9 1,0 8-1,0 5 1,0-35-1,0 1 1,0-1-1,0 1 1,-1 32-2409,-4-7 1984,4-6 1,-6-9 0,4-4 578,-1-6 0,-11-47 0,1-8 0</inkml:trace>
  <inkml:trace contextRef="#ctx0" brushRef="#br0">14812 843 7908,'-17'-8'0,"0"1"0,-3 2 0,5-1 0,-1 3 2803,2-1-1797,1-5 0,6 2 0,5-6 0,4 1 1,7 1-1,2 3 1082,1 4-2183,6 2 0,-4 2 0,4 0 0,0 2 0,1 0 0,2 4 0,-1 1-3528,2 2 3065,-4 2 0,4 2 1,-4-1-1,0 1 0,0-1 1,-4 0-1,-4 1-865,-6-1 1383,-3 1 1,-1 0 0,-3 3-1,-5 0 1,-8-1 0,-7-1-1,-1 0-280,-1 2 382,6-2 1,-5 3 0,5-8 0,0 0 0,2 0 0,3 1-114,2-2-521,5-2 0,3-6 572,8 0 0,25-17 0,11-4 0</inkml:trace>
  <inkml:trace contextRef="#ctx0" brushRef="#br0">14998 1054 7923,'-8'2'1487,"0"2"1,-1-3-971,-3 3 1,-1-2 0,2-1-1,2 2 1102,1 1-1462,-1 0 1,-3 2 0,-1 0 0,1 3 0,0-1 0,-1 3-1,1 3 376,-1 2-699,-4 6 1,3-2 0,-4 4 0,1 1 0,1 0 0,1-2 0,1 0-291,1-3-2347,6-10 2803,2 6 0,27-36 0,6-2 0</inkml:trace>
  <inkml:trace contextRef="#ctx0" brushRef="#br0">15432 843 7948,'-12'-7'120,"1"2"1,1 1 1199,2 0-843,0-6 1,-5 3-1,1-4 1,-1 3-213,1 4 1,5 4 0,2 5-230,-1 8 0,3 6 0,-5 10 0,0 4 0,1 3-190,3 1 0,-2-4 0,2 0 43,1 2 0,3-5 0,3-3 0,3-6 0,1-7 120,2-4 1,6-9 0,3-1-4,2-7 1,-5-9-1,3-7 1,-2-3-1,1-4 121,-2-2 1,-1 3 0,-2-2 191,1 0 0,-5 4 1,-1 5-1,-2 1 994,-2-1-1138,-2 4 1,-2 11 0,-2 13 0,-2 9 0,-1 8-1,-1 6 38,0 3 1,5-3-464,-3 4 1,4-7-1,2 0 1,4-5-1,3-3 250,3-3 0,23-23 0,6-7 0</inkml:trace>
  <inkml:trace contextRef="#ctx0" brushRef="#br0">15780 930 7904,'-25'11'534,"7"-7"1,4 7 0,6-2 535,2-2 1,4-5-1,6 2 1,5-2 227,7-2-1298,3-6 0,22-39 0,-18 14 0,0 1 0</inkml:trace>
  <inkml:trace contextRef="#ctx0" brushRef="#br0">15953 1129 7951,'0'12'211,"0"0"1,0 1 0,0-1 0,0 1 316,0-1 0,2 5 0,0-1-282,3-1 0,4 3 0,0-1 0,3-4 0,3-1 0,3-6 0,1 0 0,2-3 0,0-3 800,-1-4-1022,1-9 0,0-6 0,-1-6 0,1-1 0,-2-3 0,-4-4 0,-4-4-527,-2-5 329,-6 4 1,6-11 0,-5 4-1,-1-5 1,-3-5 0,-4-7 0,-6-7-516,3 33 0,-1-1 714,2 0 0,-2 0 0,-15-26 0,4 6 0,-1 12 0,4 10 1192,2 9-811,7 15 0,3 7 0,9 15 1,8 4-1,6 1 0,6 1 0,5 0 1883,8-2-2068,-1-7 1,11-3 0,-1-5 0,5-1-1,7-4 1,9-8 0,-29 4 0,1-1 328,4-2 1,1 0-576,1 0 1,-1 0 0,1-1 0,-1 1 0,-4 0-1,-1 0 1,-1 2 0,-2 0 0,-1 2 0,0 1-1,33-4 1,-6 4-1050,-9 1 1,-10 6 0,-12 6 0,-7 1-365,-7 2 1,-10 2 0,-4 3 1437,-3 3 0,-17 13 0,-5 8 0</inkml:trace>
  <inkml:trace contextRef="#ctx0" brushRef="#br0">16710 905 7951,'-12'-5'120,"-1"2"0,1-5 439,-1-2 1,1-1 0,0-1-414,-1-1 1,5 1 0,0 0 0,-2-1 0,-1 1 0,-1-1 0,-1 2 0,1 3 0,-1 4 37,1 3-287,0 1 0,1 5 1,1 5-1,3 5 0,0 6 1,2 2-1,-2 2-493,0 0 592,4-1 1,-2 1 0,5 0 0,0-2-1,1-2 1,3-6 248,4-5-242,-2-5 0,5-5 1,-3 0-1,2-1 0,-1-3 1,0-6-1,0-5-449,2-6 295,-4 3 1,3-4 0,-6 5 0,0-1-1,0-2 1,0 2 0,-1-1-1628,-1 0 1646,-2 4 0,0-3 0,0 5 0,0 1 0,0 0 132,0-1 15,-6 6 0,3-2 0,-4 3 0,1 1 1,-1-1-1,-2 2 0,1 0 489,0 0 710,5 0 0,-7 2 0,5-1 251,-2-1 0,4 2-1260,-1 6 0,3 3 0,1 5 0,0 0-137,0 1 1,4 5 0,0 1 0,0 2-97,2-1 1,-5 1 0,3 5-1,-2 2-269,-2 1 0,4 5 1,0-2-1,-1 1 139,-2 0 1,0 0 0,2 3 0,3-3 142,0-4 0,-1-8 0,3-5 0,2-4 30,1-3 0,1-5 1,2-10-1,2-7-104,5-11 1,-2-8 0,2-8 0,1-1-298,1 1 0,1-3 0,-2 1 0,-1-1-412,1 0 0,-4 3 1,-2 7 797,-2 4 0,-18 42 0,-5 10 0</inkml:trace>
  <inkml:trace contextRef="#ctx0" brushRef="#br0">16909 930 7927,'-13'-4'293,"1"0"1,3 0 0,1 4 0,-1 0 241,-3 0 0,4 0 0,0 0 0,-2 0-423,-1 0 0,3 0 0,0 1-188,-2 3 0,-1 7 0,0 6 1,1-1-20,2 2 1,5 0 0,-1 4 0,3-1-27,1 1 0,1 0 0,3 0 1,5-3 143,2-1 1,2-5 0,3-6-1,2-2 28,1-2 0,0-3 0,2-6 1,-3-5 25,0-4-287,-5-7 0,5 7 0,-5-6 1,-1-1-1,1 0 0,-2 0 0,-2 3-1082,-1 1 1077,-5 1 0,3 9 1,-8 1-1,-2 3 1,-3 5-1,-1 6 215,0 4 0,0 6 0,-5-1 0,-5 18 0,-1-1 0</inkml:trace>
  <inkml:trace contextRef="#ctx0" brushRef="#br0">16983 992 7927,'-8'0'1214,"1"2"-584,1 2 0,-2-2 0,4 7 0,0 2-420,-2 4 1,5 0 0,-3 4 0,2 1-153,2-1 1,0-3-1,2 4-338,2-2 1,3-3 28,5-7 0,-1-4 0,-1-8 0,-3-6 287,-2-5 1,3 0 0,-3-6 0,-1-1 213,1-1 0,-2 0 0,4 1 0,-2 2-99,-2 2 0,3 2 1,-1 3-1,2 2-280,3 3 1,1 3-1,3 5 129,2 0 0,14 27 0,9 8 0</inkml:trace>
  <inkml:trace contextRef="#ctx0" brushRef="#br0">17417 657 7927,'0'-12'287,"-4"4"1,-2-1 390,0 0 1,-1 5-1,-2 4 1,5 8-335,3 7-310,-5 4 0,4 12 0,-5 3 0,0 6 1,1 4-1,1 3 0,2 1 270,2 3 1,1-4-306,0-6 0,1-2 1,3-3-1,4-4 1,5-8-1,2-7-201,2-7 202,5-5 0,-4-34 0,-1-14 0,6-1 0,0-1 0</inkml:trace>
  <inkml:trace contextRef="#ctx0" brushRef="#br0">17529 781 7927,'-13'0'0,"1"0"0,1 2 543,3 2 0,1 3 0,4 5 0,-1 1-124,1-1 1,6 4-1,4 2 1,2 0-419,5 0 1,3 4-1,-2-2 1,3 0-901,1 1 1,2-7-1,4-1 899,-1-3 0,18-24 0,3-1 0</inkml:trace>
  <inkml:trace contextRef="#ctx0" brushRef="#br0">17827 744 7895,'-7'-12'108,"-4"1"1,2 1 382,-2 2 1,-1 6 0,-2 4 0,-1 9 64,-2 8 1,1 5-1,3 2 1,0 3-705,-4 4 0,3 3 0,-2-1 0,2 0-2323,2-2 2471,-1 0 0,-10 4 0,-3 0 0</inkml:trace>
  <inkml:trace contextRef="#ctx0" brushRef="#br0">17864 967 7886,'-13'0'192,"1"5"1,1 0 1080,3 2 1,2-3-1325,6 4 0,0-4 1,1 5-1,2 0-617,1 2 0,5 2 0,-4 1 0,1 1 225,-1 1 0,1-1 1,-4-5-1,4-2 443,1 2 0,-4-3 0,1 1 0,19-60 0,5-12 0</inkml:trace>
  <inkml:trace contextRef="#ctx0" brushRef="#br0">17963 757 7886,'-12'8'0,"1"0"160,2 2 1,2-3-1,5 1-74,-3 2 0,3-5-86,6-1 0,19-8 0,10-3 0</inkml:trace>
  <inkml:trace contextRef="#ctx0" brushRef="#br0">18037 546 8008,'-11'12'0,"2"-1"767,0-3 0,5 2 0,-3-4 512,2 0 1,2 1-1076,7 2 0,2 2 0,3-4 0,0 1 1,0 1-1,2 4 0,2 3 0,-1 4 0,1 2 637,-1 1-994,-5 7 0,3 2 0,-6 5 1,-2 1-1,0-1 0,-4 0 0,-2 0-1620,-4 0 1526,-3 1 1,-3-7-1,-1-2 1,-1-3 0,0-2 246,3-3 0,-11-37 0,-2-13 0</inkml:trace>
  <inkml:trace contextRef="#ctx0" brushRef="#br0">17454 322 7898,'-12'0'0,"0"0"291,-1 0 1,1 5 101,-1-1 0,5 0 1,1-6-1,2-2 1,2-4-1,3-2 1,4 1 1462,4 1-1697,-2-1 1,5-2-1,-3 2 1,3 2-1,2 0 1,-1 1 0,0 1 941,1 2-1023,5 2 0,-3 1 1,6 0-1,1 0 0,2 0 1,5 1-1,4 3 5,3 4-226,7-2 1,0 5 0,4-3 0,-2 3 0,-1 2 0,-2-1 0,-7-1-974,-3-3 794,-3-2 1,-6-6 0,-2 0 0,-4 0 321,-4 0 0,-22-11 0,-6-3 0</inkml:trace>
  <inkml:trace contextRef="#ctx0" brushRef="#br0">18645 223 8084,'-12'-12'342,"-1"-1"0,1 1 1112,0 0-11,5 5 1,3 1-345,8 6 1,-1 6-921,5 2 0,-4 9 0,4 3 1,2 4-1,-1 2 0,1 3 127,-2 4 1,-1 3-1,3 1-215,-2 0 1,-5 7 0,1 4 0,-3 6 0,-1 3-590,0 2 1,-5 2 229,-3 1 1,-3-3 0,-2-5-1,-1-9 1,-1-6 0,-1-6-417,1-4 1,-1-5 295,0-3 0,6-3 1,-2-6-1,1-1 1,0-1 387,-2-2 0,-5-16 0,-1 0 0</inkml:trace>
  <inkml:trace contextRef="#ctx0" brushRef="#br0">19340 521 7994,'-6'-11'825,"-2"3"1,1-3-1,-1 4 1,-2 0-1,-1 3 491,-1 2 0,-2 2 0,0 2-779,2 2-635,-9 3 1,13 6 0,-10 3-1,2 2 1,-2 1 0,-2 4 0,0 3-1364,0 3 1356,2 0 1,2 0 0,-1 0-1,4-1 1,2-2 0,4-1-1,1-2 72,3-2 49,2-3 1,7-6 0,2-1-1,4-3 1,5-3 0,3-4-1,4-1-1116,1 0-233,-1 0 0,5 0 1333,0 0 0,6 0 0,-3 0 0</inkml:trace>
  <inkml:trace contextRef="#ctx0" brushRef="#br0">19104 992 7994,'-16'13'198,"-1"-1"1,5 0-1,5 1 1163,1-1 1,9 1 0,10-2-110,6-3-1412,10-3 0,0-5 0,7 0 0,4-1 0,2-3 160,5-4 0,2-21 0,6-9 0,-16 11 0,1 0 0,-1 0 0</inkml:trace>
  <inkml:trace contextRef="#ctx0" brushRef="#br0">19700 446 7987,'-6'-8'282,"-2"1"1,-3 2 915,-1 2-415,5 2 1,-4 1-1,4 1 1,0 3 0,3 6 1197,2 5-2053,2 4 1,0 6 0,0 1-1,0 3 1,2 4 0,0 3 0,4 1-888,1 1 959,1-7 0,21 11 0,4-4 0</inkml:trace>
  <inkml:trace contextRef="#ctx0" brushRef="#br0">20084 384 7925,'-1'-6'1052,"-3"1"0,-3 5 0,-4 6-581,3 6 1,-3 6-1,2 8 1,-3 5-166,-5 6-288,4 11 0,-12 14 1,13-27-1,0 1 0,-1 0 1,-1 1-1,0 0 1,0 0-1,0 0 0,1-1 1,-1-1-1,0 0-242,0-1 1,-1-2-465,-14 32 0,10-13 1,2-7-1,5-8 688,4-7 0,-3-14 0,4-4 0</inkml:trace>
  <inkml:trace contextRef="#ctx0" brushRef="#br0">20134 992 8755,'-11'-8'840,"3"0"1,-3-1 142,2-3 0,4 0-8,1-1-1585,2 1 0,1 6 1,-2 8-1,-2 9-876,-2 8 1499,-2 4 0,-3 2 1,1 0-1,1 0 1,2 0-1,0-1 1,1 1 105,3 0-91,2-6 1,2-1 0,2-7-1,2-2 1,4-5 0,5-4 0,2-4 23,1-5-54,6-7 1,-8-2 0,3-4 0,-3 1 0,-2 0 0,-1 1 0,-1 0 543,-2 3 115,-5 0 0,4 5 0,-5-1 451,2 1-1084,-5 5 0,0 7 0,-3 10 0,1 3 1,0 5-1,-1 0 0,1 1-1081,2 1 854,1-5 0,0 7 0,0-4 0,0 0 0,0 0 0,0-3 0,0-1-1514,0-2 1300,0-5 0,1-2 417,3-5 0,14-49 0,8-13 0</inkml:trace>
  <inkml:trace contextRef="#ctx0" brushRef="#br0">20345 744 7925,'-7'-1'1520,"3"-3"0,4 2 0,4-2-1669,4 3 1,-2 2-1,-1 3 1,-1 5-971,0 2 1049,1 1 0,-5 2 1,-2 2-1,-2 5 1,-3 2-1,-1 1 1,0-2 215,-2-1 1,3-6 325,-1 1 1,5-2 0,0-3 0,7-3 1163,9-4-1529,-1-8 0,12 3 0,-5-5 1,2 2-1,-1 0-107,2 1 0,24 2 0,6 1 0</inkml:trace>
  <inkml:trace contextRef="#ctx0" brushRef="#br0">22156 3497 8052,'-12'-6'117,"-1"-4"0,2 4 1,2 0-1,0-4 0,0 0 1349,-2 2-695,4 2 0,1 5 581,6-3-1166,6 3 1,2-5 0,7 6-1,3-1 1,3-2 0,4-3 0,2 1 410,1-1 1,3-2-409,2 4 1,9-2-1,3 2 1,5-3-1,5-1 1,6 1 995,3 2-1062,3-5 1,-3 7-1,0-4 1,-4 2-1,1 2 1,-2 2-1,2 1 398,1 0 0,-14 0-1048,2 0 0,-11 0 1,-9 1-1,-7 2-2084,-3 1 951,-9 0 1,-6-2 1659,-5 2 0,-50-3 0,-12 5 0</inkml:trace>
  <inkml:trace contextRef="#ctx0" brushRef="#br0">21709 4254 8073,'-15'-17'0,"1"1"771,3 1 0,7 1 1,0 2 896,3-1-1502,1 6 0,0 9 1,0 10-1,0 7 0,0 8 1,0 4-1,0 9 58,0 7 0,0 5 0,0 10-255,0 0 1,4 3-1,1-1 1,2-7-1,3-6-62,1-11 1,7-12 117,3-11 0,2-12 1,2-9-1,1-14 1,2-12-1,1-13 162,-2-8-88,-1-11 1,-12 28 0,0-1 0,-1-1 0,-1-1 0,-2 2 0,-1 1 0,6-28 0,-4 7 0,-3 4 94,-3 1-953,-4 12 0,3 7 0,2 16 759,0 6 0,8 58 0,-4-14 0,0-1 0</inkml:trace>
  <inkml:trace contextRef="#ctx0" brushRef="#br0">22181 4651 8073,'-17'0'0,"1"0"0,1-1 0,1-4 360,1-2 1,2-1-1,2 0 1,2-2 0,1-1-1,4-1 1,0-1 540,2 1-806,0 5 1,0 0-1,0 10 1,0 8-303,0 6 156,0 3 1,0 9 0,0 0 0,0-1 0,0-2 0,0-1 0,0 0 368,0-1 1,6-4-169,2-4 0,-1-3 0,1-5 0,2-4 0,1-3 1,1-2 542,1-3-789,-1-3 1,0-7 0,1-1 0,-1-2 0,-1 1 0,-1-1 0,-3 1-957,-2 1 464,5 1 0,-7 1 0,4 1 0,-2 0 588,-2-1 0,-2-5 0,-1-1 0</inkml:trace>
  <inkml:trace contextRef="#ctx0" brushRef="#br0">22305 4564 8653,'-13'0'1746,"5"1"-1378,0 4 0,5 1 0,-1 7 0,3-1-205,1 1 1,0 0 0,0 3-1,1 2-224,3 1 1,-1-3 0,4 4 0,0-2-600,0-3 0,-5-1 0,4-3 58,-1-3 1,-2-4 747,5-8 0,-5-7 0,1-7 1,-2-1 137,-2-3 1,0-2 0,1 1 0,2 1-72,1 1 1,1 6 0,-2-2-1,3 3-331,1 2 1,-3 5 0,4 3 0,2 3-413,1 1 530,7 5 0,28 41 0,-16-16 0,0 0 0</inkml:trace>
  <inkml:trace contextRef="#ctx0" brushRef="#br0">22950 4130 8019,'-6'-12'102,"0"5"0,-7 1 0,1 2 720,-1 0 1,1 0-1,0 5-439,-1 3 0,1 3 1,-1 7-1,1 2 1,-1 5-1,1 4 0,1 4 1,1 4-1,4 4 1016,0 5-1418,2 7 0,4 8 0,0 3 1,0-2-1,1-5 0,3-7 1,6-6-1004,5-5 564,-1-10 1,8-7 0,-4-7-1,3-3 1,3-4 457,4-3 0,17-34 0,1-8 0</inkml:trace>
  <inkml:trace contextRef="#ctx0" brushRef="#br0">23310 4328 8019,'-4'-8'0,"-2"0"580,-1-2 0,4-1 0,-2 0 280,-1 3 0,5-3-640,-3 3-82,2 2 0,1-4 191,-3 6-188,3 0 0,-5 6 0,5 0 0,-2 4 469,-1 1-496,0 1 1,4 0 0,-2-1-1,0 0 1,-3 0-344,3 3 196,0-5 281,2 6-82,0-9 0,2 3 172,2-5-229,-3 0 1,9 1 20,-6 4 1,0-3-14,-4 7 1,4-5 0,0 4 0,-1 2 57,-2 1 1,-1 1-1,0 2 1,0 2-31,0 5 0,0 2 1,0 4-1,0 0 32,0 2 1,5-1-1,0-6 1,1-3-186,-1-1 0,5-3 0,-2-7 0,3-3-79,2-4 1,0-12-1,4-7 1,2-8-324,0-7 1,3-9-1,-4-2 1,2 0-632,2 3 1,-4 2 0,0 3 0,-2 5-871,1 6 1911,-6 6 0,-6 23 0,-5 4 0</inkml:trace>
  <inkml:trace contextRef="#ctx0" brushRef="#br0">23533 4316 7964,'-8'-1'264,"1"-3"0,1-5 200,4-2 0,0-1 1,2-1-1,-1 2 386,-3 3-655,2-3 0,-5 4 1,3-5-1,-4-1 0,-3 2 1,-1 3 338,-1 4-504,1-3 1,-1 6-1,1-3 1,0 2-1,-2 2 1,-1 2-1,-2 2 18,2 4-41,1 3 1,2 7 0,-1 4-1,1 4 1,-1 4 0,1 2-1,0 3 203,-1 0-139,6 3 1,-2-1-1,5 0 1,1-1-1,1-4 1,4-6-1,2-6 580,4-2-556,9-7 0,-3-5 1,3-6-1,1-1 1,3-5-1,3-6 1,0-8-180,1-3-113,0-7 0,0 2 1,0-5-1,-1-2 1,1 1-1,-1 1 0,-4 4-1404,-3 3 1518,-9 1 1,2 2 0,-6 2 0,-1 4 0,-2 4 0,-2 2 0,-3 2 467,-5 5-245,4 3 0,-6 1 1,4 1-1,-1 3 0,-1 6 1,0 6-1,-1 8 159,2 3 0,-3 8 0,4-2 0,-1 3-349,-1 1 0,6 4 0,-1-1 0,3-4-800,1-6 0,1-3 0,3-4 0,5-2 850,2-5 0,45-52 0,-22 12 0,0-1 0</inkml:trace>
  <inkml:trace contextRef="#ctx0" brushRef="#br0">23744 4353 7964,'-13'4'0,"1"2"386,0 1 1,-1 0-1,2 2 1,2 0 325,0 0 1,5 6 0,-3 3 0,2 2-470,2 2 0,3 5 1,3 4-1,2-1-516,2 0 1,-3-1-1,5-5 1,0-4 102,2-3 1,6-5 0,-1-4 0,0-5 11,-3-6 0,0-9 1,-1-9-1,1-2-43,-1-2 1,0-4 0,1-1 0,-1 0 2,1-1-20,-1-3 0,-4 12 1,0-2-1,1 4 0,-1 3 218,0 3 0,-5 21 0,3 14 0</inkml:trace>
  <inkml:trace contextRef="#ctx0" brushRef="#br0">24017 4465 8328,'-6'-7'753,"-2"3"1,-2-3 0,1 0-1,2-1 146,1 0 0,-2-1 0,4-3 0,1-1-501,2 1 1,1 0 0,-2 1-715,-2 2 0,2 4 1,-5 8-21,1 5 0,-2 7 0,4 13 1,0 3-156,-2 5 0,5-1 0,-3 5 0,2-6-636,2-5 945,0-3 0,6-1 1,2-2-1,3-3 0,3-8 1,1-6-1,3-5 139,1-1 0,-2-1 0,2-4 0,-1-2 174,-3 1 1,-1-4 376,-2 6 1,-5 9 0,-4 9 0,-6 4 0,-5 4 0,-3 6 0,-2 1 1,1 0-208,0 1 1,-1-4 0,1 4 0,-1-2-542,1-3 1,1-3 0,1-11-621,2-3 0,1-4 1,-1-9 858,4-8 0,2-38 0,2-15 0</inkml:trace>
  <inkml:trace contextRef="#ctx0" brushRef="#br0">24265 4180 7964,'-4'-13'1003,"0"1"1,0-1 155,4 1 0,5 5 0,3 4 0,3 6-648,2 5 0,-1 5 0,-1 3 0,-1 6-222,-2 6-273,0 4 0,3 6 0,-2 2 0,-4 3 0,-1 1 0,0 4 0,-1 2 158,-1-1-277,-2 4 1,-2-9 0,-2 4 0,-6-1 0,-3-3 0,-5-3 0,0-5-390,0-5-771,-4-5 0,3-6 1263,-6 1 0,-11-17 0,-3 0 0</inkml:trace>
  <inkml:trace contextRef="#ctx0" brushRef="#br0">24674 4403 8005,'-18'7'147,"0"-2"0,-2-3 1898,3 2-1719,9-3 1,4 5 0,9-6 0,9-2 0,10 0 0,6-4 0,3-1 0,1-3 0,2-1 1102,0-1-1462,4 0 0,-14 3 0,3 2 0,-1 2 0,-1 1 0,1 0 0,-5 0-2671,-5 1 1632,2 1 1072,-12 8 0,-36 39 0,4-14 0,0-1 0</inkml:trace>
  <inkml:trace contextRef="#ctx0" brushRef="#br0">24674 4700 8008,'-25'6'949,"23"-5"1,11 4 0,15-5-25,9-5 1,1 0-1,1-5 1,-2 2-1013,1-2-387,-3 5 0,6-6 1,-1 3 473,4-4 0,5-3 0,6-4 0,2-1 0,0 0 0</inkml:trace>
  <inkml:trace contextRef="#ctx0" brushRef="#br0">25692 3770 8008,'-13'-12'414,"1"0"1,1-1 0,1 2 883,2 3 1,5 4-1175,-1 8 1,3 4-1,1 10 1,0 7 0,-2 8-1,-1 8 1,-1 7 0,1 6-1,2 1-100,1 0-88,0-1 0,6-10 0,2-4 0,4-7 1,5-8-1,5-8 0,4-9-793,3-8 1000,5-6 0,-6-12 0,4-5 0,-2-9 0,-2-9 0,-2-7 0,-3-5 161,-2 0-655,2-1 0,-9 10 1,1 3-1,-4 3 0,-4 7 351,-1 6 0,-13 33 0,-7 14 0</inkml:trace>
  <inkml:trace contextRef="#ctx0" brushRef="#br0">26126 4167 8034,'-2'-12'393,"0"-1"0,-3 1 518,3 0-601,0-1 1,2 1-1,0-2 1,0-1 0,0-2-1,-1 2 245,-3 1-529,-3 2 0,-7 6 0,-1 8 0,-2 9 0,2 8 1,1 5-1407,2 0 1169,0 1 1,1 0 0,2 0 0,5 0 0,3-2 0,1-2 0,0-5-26,0-2 305,0-7 1,11-2 0,5-5 0,6-1 0,3-4 0,1-7 0,2-3 256,1 0-266,0 1 1,-4 2-1,-2 1 1,-2 1 0,-5 3 340,-2 2-404,-7 6 1,-1 6 0,-8 6 0,-1-1 0,-2 0 0,-1 1-2872,1-1 2874,1-5 0,31-29 0,8-12 0</inkml:trace>
  <inkml:trace contextRef="#ctx0" brushRef="#br0">26473 4056 8012,'-12'-7'606,"-1"1"0,2 5 341,3-3 1,-2 4 0,6 0-718,1 7 1,-2 5 0,1 4-1,1 5-427,2 3 201,-5 0 1,5-3 0,-3 0 0,1-1 0,0 1 0,-1-2 0,1-1-650,2-3 646,1-6 1,0-5 0,0-8 0,1-6-1,3-5 1,3-6 1270,0-2-1146,4-8 1,-4 5 0,5-3-1,1 3 1,-1 1 0,1 2 0,-1 2-343,0 5 0,5 3 0,0 5 1,-2 4 215,-2 3 0,27 45 0,-16-17 0,-1 1 0</inkml:trace>
  <inkml:trace contextRef="#ctx0" brushRef="#br0">26982 3696 8006,'0'-17'0,"0"1"0,-2 1 1887,-2 1-1287,3 7 0,-6-3 0,3 6 0,-5 3 0,-2 5 84,-1 8 0,-4 6 0,-2 8 0,-2 5-601,-2 6 0,3 3 0,0 8 0,1 3-104,3 0 1,2-1-1,5-3 1,4-5-107,2-3-202,2 1 1,10-15-1,5 0 1,6-9 0,5-6-1,2-6 1,1-3-1209,0-1 1537,-1-5 0,14-30 0,3-12 0</inkml:trace>
  <inkml:trace contextRef="#ctx0" brushRef="#br0">27118 3795 12253,'0'17'0,"2"2"240,2 4 1,3 1 0,5 9 0,2 1-589,2 2 0,-1-4 1,6-2-221,1 0 0,-3-7 0,2 0 0,0-4 568,-2-4 0,10-34 0,-3-10 0</inkml:trace>
  <inkml:trace contextRef="#ctx0" brushRef="#br0">27428 3783 7999,'-12'0'0,"-1"-2"0,1 0 0,0-3 631,-1 1 1,-3 6 0,-1 2 0,2 4 0,1 3 0,0 3 0,-2 4 1237,-5 7-2076,-2 5 0,-2 9 0,0 0 0,0 4 0,2 0 0,1 0 0,3-5-3574,1-3 3781,7-11 0,22-28 0,9-11 0</inkml:trace>
  <inkml:trace contextRef="#ctx0" brushRef="#br0">27552 3683 7999,'-1'-8'0,"-2"0"1018,-1-2 1,0 3 0,4-1 1393,0-1-2096,0 3 1,5 0 0,4 6 0,2 0 0,1 2 0,1 2 505,-1 4-595,0 3-43,-5 7 0,3 1-184,-6 6 1,0 6 0,-4 2 0,0 3-66,0 1 98,0 5-1404,-5 3 933,-8 4 0,-1-3 1,-3-2-1,0-2 438,0-2 0,-16-1 0,0-2 0</inkml:trace>
  <inkml:trace contextRef="#ctx0" brushRef="#br0">25766 4651 7959,'-1'-13'0,"-2"1"237,-1 0 1,1 1-1,7 1 1,6 3 187,5 2 1,4-1 0,6 3-220,0-1 0,4-1 0,1 2 0,3-3 0,6 0 0,8-5 0,9-3 0,-22 5 0,1 1 0,4 0 0,1 0 95,3-1 0,0 0 0,4 0 1,0 0-1,1-2 0,-1 0 1,3 0-1,1 1-180,3-1 0,1 0 0,3 1 0,1 1 0,-1-1 0,0 0 0,-1 1 0,0-1-202,0 1 0,-1-1 0,3 0 0,-1-1 0,-2 0 0,-1-1 0,-7 1 0,-1 1 9,-6 2 0,-2 0-367,19-6 1,-7 3-1,-14 3 1,-7 3 0,-9 5-1208,-13 5 1211,-8 1 1,-18 5 0,-3-1 0,-2 0 434,-2 3 0,-5-6 0,-2 4 0</inkml:trace>
  <inkml:trace contextRef="#ctx0" brushRef="#br0">26411 4936 7959,'-12'0'321,"-1"0"1,1 0 0,1 2 0,1 0-1,3 4 219,2 1 1,-4 1 0,5 4-1,2 2 16,0 3-614,2-4 0,0 11 0,0-3 0,0 2 1,0 2-1,0 0 0,0-1-369,0 1 440,0 5 1,-1-9 0,-2 0 0,-1-6 172,1-3-183,2-10 0,6-9 1,4-15-1,3-6 1,3-5-1,3-1 1,0-1-95,0 2 140,-2 0 1,1 1-1,0 4 1,-2 1-1,-2 4 1,0 2 530,-1 5-457,1 7 1,-5 5-1,-1 8 1,-2 6-1,-2 5 1,0 6-1,0 2 249,1 2-434,0 0 0,-4 0 0,0 0 1,1-2-1,2-1 0,1-3 1,-1-1-1631,-2-3 1160,-1-1 0,4-1 532,1-1 0,10-38 0,-1-10 0</inkml:trace>
  <inkml:trace contextRef="#ctx0" brushRef="#br0">26882 4775 8092,'-12'-6'470,"0"-2"0,5 1 0,4-1 530,6-2 0,1 1 1,7-1-1,3 3-593,-1 2 0,1 0 1,-1 5-1,-1 0-772,0 0 1,-1 6-1,-1 2 1,-3 3 103,-1 2 1,2-1 0,-4 1-1,-1-1-1,-2 0 1,-1 1-1,1-1 433,4 1 1,-3-2 362,7-3 1,0-3 0,6-5 0,5 0-535,3 0 0,10-7 0,6-2 0,7-2 0,0 1 0</inkml:trace>
  <inkml:trace contextRef="#ctx0" brushRef="#br0">28049 881 8058,'-13'8'0,"2"0"178,3 2 0,-3 1 0,4 1 1,0 1-1,3 0 0,3 3 0,1 1 1,0 3-62,0 2 0,1 5 1,3 4-1,4 0-340,3 4 254,2 1 1,-2-3 0,0 0 0,0 0 0,3-1 0,-2-5 0,-1-5 759,-3-5-691,1-9 0,3-3 0,0-5 1,1-2-1,-1-8 0,1-11 1,-1-10 772,0-9-824,-5-4 1,4-6-1,-4 2 1,1 1 0,1 3-1,-1 0 1,0 1 240,1 0-411,-1 7 1,4 6-1,1 7 1,-1 3 120,0 8 0,6 44 0,2 16 0</inkml:trace>
  <inkml:trace contextRef="#ctx0" brushRef="#br0">28545 1153 8112,'-4'-12'252,"-1"0"1,-3-1-1,3 1 314,-2-1-502,4 1 1,-4 4 0,3 1 0,-4 3-78,-3 5 1,2 10 0,3 10 0,-1 2-76,0 2 1,4 5 0,-1 2-1,3 1 221,1 0 0,-5-5 0,1 1 0,1-3 215,2-1-266,7-6 0,1-3 0,5-7 1,0-5-1,2-3 0,1-2 1,2-5 2,-2-6-174,-1-6 0,-2-3 0,1 1 1,-1-2-1,0-2 0,1-1 0,-2 2-1726,-3 2 1539,3-2 1,-10 9-1,5-2 1,-2 2-1,0 1 276,-1 1 0,-7 5 0,-3 2 0</inkml:trace>
  <inkml:trace contextRef="#ctx0" brushRef="#br0">28743 1129 8074,'-5'-7'208,"3"0"0,-3 4 1110,-1-1-1043,5 0 0,0 5 1,5 3-1,0 5-124,1 2 1,1 5 0,4 2 0,-4 1-217,0 3 0,2 2 1,-2 1-1,-1-1-163,1 1 0,-1-1 0,-2-2 0,1-3 57,-1-1 0,-2-2 307,-1-3 0,2-6 0,0-4 0,3-8 154,-3-7 0,1-10 0,0-8 1,2-2-50,2-3 0,1 5 0,5 1 0,1 3-336,2 1 1,-1 6 0,6 2 0,1 5 61,2 4 33,0 2 0,23 17 0,6 3 0</inkml:trace>
  <inkml:trace contextRef="#ctx0" brushRef="#br0">29277 843 7729,'-4'-8'338,"-1"0"1,0 1 0,2-3 477,-1 2 0,0 4 0,4-4 1,-2-1-437,-2 2 1,-1 9 0,-5 9 0,3 7-315,2 5 5,-5-1 0,7 14 0,-5-1 0,0 4 0,1 7 0,3 4 0,2 2 114,2 2-199,0 10 1,2-7 0,2 4 0,4-10 0,5-10 0,3-7 0,5-7-897,2-10 94,2-6 0,1-12 0,3-4 816,4-8 0,-6-23 0,-1-12 0,3-6 0,0 1 0</inkml:trace>
  <inkml:trace contextRef="#ctx0" brushRef="#br0">29711 1005 8900,'0'-13'622,"0"1"1,0-1-1,0 1-231,0 0 0,-2-2 0,0-1-341,-2-2 1,-1-4-1,4 4 1,-2-1 0,-2 0-1,-2 4 1,-3 4 0,1 8 32,0 4-156,-2 11 0,4 7 0,-5 9 1,1 4-1,1 5 0,3 2 1,2 2-392,2 2 426,2-9 0,1 5 1,0-11-1,1-3 0,3-4 1,5-7-1,2-5-166,1-6 204,6-8 0,-3-5 0,4-8 1,-1-7-1,-4-3 0,-3-1 0,-3 2 115,2 1 116,-4 0 0,3 6 1,-5 2-1,-1 4 1,-2 0-7,-1 1 0,0 10 1,0 8-1,0 6-485,0 5 137,0 5 1,0-7 0,0 4 0,0-1-1,2-3 1,1-1 0,2-1-2574,2-1 2696,-4-5 0,19-24 0,-1-10 0</inkml:trace>
  <inkml:trace contextRef="#ctx0" brushRef="#br0">29996 980 8003,'-8'0'138,"0"0"567,-2 0 1,-1 0-100,-1 0 0,5 1 0,3 3-325,2 5 0,2-1 0,2 3 1,2 3-112,4-1 1,3 1 0,1-1 0,1-2 411,-1-3-812,1-3 0,3-5 1,2 0-1,0-1 1,1-3-1,-1-6 1,0-5-192,-3-6 295,5-2 1,-7-6 0,4 0 0,-3 2 0,-3 2 125,-3 4 0,-3 3 0,-5 6 0</inkml:trace>
  <inkml:trace contextRef="#ctx0" brushRef="#br0">30443 930 8078,'-13'-1'0,"1"-2"355,0-1 1,-1-2-1,1 2 2723,-1-4-2720,6 2 1,-4-5 0,5 3 0,-3-1 0,2-1 0,0 3 367,1 1-945,3 2 0,-8 6 1,4 2-1,-1 4 0,-1 5 1,0 2-1,-1 3-945,2 1 1047,-3 2 0,8 3 0,-4 0 0,2-2 0,2-3 0,1-1 265,2-3-126,0-7 1,6-2 0,2-6 0,5 0 0,3-1-1,4-4 1,0-1-493,1-1 416,-6 1 0,3 6 1,-6 0-1,1 3 1,-2 4-1,-3 7 1,-4 5 132,-2 7 48,-2 4 0,-2 9 0,-2 2 0,-6 5 0,-3 1 0,-4-2 0,1-4 72,-2-2 1,4-7-1,-3-5 1,4-6-487,0-9 0,5-5 0,1-8 0,1-3-491,4-4 1,0-9 777,2-4 0,6-19 0,1-5 0</inkml:trace>
  <inkml:trace contextRef="#ctx0" brushRef="#br0">30654 695 8036,'-13'0'2205,"1"0"0,5 1-1780,3 3 1,8-1-1,4 6 1,5 4 195,3 2-581,-2 7 0,4 1 0,-6 8 0,1 0 0,-2 5 0,-2 3 0,-2 4 17,-1 1-90,-2 1 0,-5 1 1,-4-1-1,-4 2 0,-5 1 1,-4 0-1,-1-3-288,-3-8-1255,4 0 1576,-6-16 0,-23-5 0,-13-3 0,-8-4 0,1 1 0</inkml:trace>
  <inkml:trace contextRef="#ctx0" brushRef="#br0">28185 2332 8136,'-11'12'61,"3"0"1,-2 1-1,5-2 1,0-3 888,4-4 1,4-2 0,9-4 0,1 0 577,-1-3-1340,0 1 1,5 0 0,2 0-1,2 0 1,4 0 0,0 0 0,3-1-43,3 0 1,-2 4-383,4-4 1,0 4 0,3 1 0,-3 0 0,-3 0 0,-1 1-2310,0 4 2545,-6 1 0,-32 45 0,-13 10 0</inkml:trace>
  <inkml:trace contextRef="#ctx0" brushRef="#br0">28359 2604 8108,'-17'9'387,"1"-1"0,-1-5 305,5 1-152,5-3 1,4-1 0,10 0-1,7-1 1,4-2 0,4-1-1,1 0 1210,2-2-1747,0 5 1,4-5-1,0 6 1,0 0-1,-1 0 1,3 0-1,-1 2-2967,0 2 2964,-1-3 0,13 21 0,3-1 0</inkml:trace>
  <inkml:trace contextRef="#ctx0" brushRef="#br0">29289 1972 8176,'-5'-7'658,"2"-3"-28,-5 6-506,5 0 1,-3 6-1,6 2 1,0 4-1,2 4 1,0 5-1,3 5 1,-1 5-1,0 7 84,0 1-328,6 3 0,-4 3 0,6 0 0,-3-1 1,1-3-1,2-3 0,3-7 90,1-5 101,-3-4 0,4-11 0,1-4 0,1-9 0,2-10 0,-1-12 0,0-8 863,-2-5-805,-2-3 0,-3-4 0,-1 2 0,-1 5 0,-3 2 0,-4 3 0,-2 2 600,-2 1-1080,0 5 0,0 3 0,0 9 351,0 2 0,0 51 0,0 13 0</inkml:trace>
  <inkml:trace contextRef="#ctx0" brushRef="#br0">29773 2195 8146,'0'-12'193,"0"-1"1,0 5 0,0 0 0,-1 0 266,-4 1 1,4-4-331,-3 2 1,2 3-1,1-1 1,-2 0-1,-2 1 212,-2 1-489,4 1 1,-8 4 0,4 1 0,0 3-394,3 4 568,-3-2 0,6 5 0,-3-3 0,2 3 0,2 2 0,0 0 217,0 4-204,0-3 0,0 4 0,0-6 0,0 0 0,0 1 0,0-1 0,0 1 550,0-1-561,0 0 0,5-3 0,0-2 1,2-2-1,3-2 22,1-2-55,1-1 0,0-1 0,0-3 0,-4-5 0,-3-2 0,-1-1-648,1 0 465,-1 5 1,0-4 0,0 2 0,-1-2-1,-1 0-944,3 3 773,-4 3 1,5 6-1,-6 3-299,0 4 211,5-2 445,-4 5 0,5-15 0,-6 2 0</inkml:trace>
  <inkml:trace contextRef="#ctx0" brushRef="#br0">29922 2133 7146,'-6'-7'1211,"5"2"1,-6 5-1044,3 0 0,2 5 0,-2 4 0,3 3-319,1 5 92,0 2 0,0 6 0,0-1 0,0 1 0,0 1 0,0 1 0,0-1-283,0-3 1,0-6 0,1-1 352,3-2 1,-1-7 0,4-4 0,-1-7 293,-4-9 1,1-5-252,1-7 0,-1 1 0,4 0 0,0 2 1,-2 3-1,2 0-927,0-1 873,1 5 0,32 8 0,7 9 0</inkml:trace>
  <inkml:trace contextRef="#ctx0" brushRef="#br0">30269 1960 8112,'-1'-7'813,"-3"3"0,1 2-84,-5 2 1,3 2-495,-3 2-144,5 3 1,-2 6 0,5 4 0,0 5 0,0 5 0,0 8 0,0 6 121,0 9-340,0 5 1,1 6-1,3-3 1,6-6 0,4-7-1,4-9 1,1-10-1582,3-8 52,2-9 1656,0-4 0,12-49 0,3-11 0</inkml:trace>
  <inkml:trace contextRef="#ctx0" brushRef="#br0">30393 2084 8112,'-12'0'118,"-1"0"1,2 1 0,3 3 783,4 4 0,4-1 0,4 0 200,4-1-1098,9-2 1,2 0 0,6 1 0,1 1 0,2 1 0,1 0-1,0 2-610,1 2 348,-4 2 1,4 5-1,-6 2 1,-3 4 0,-6 1-1,-4 1 1,-4 3-1114,-2 4 1181,-1-3 1,-5-1 0,-3-7 0,-4-4 189,-4-4 0,-16-38 0,-6-17 0</inkml:trace>
  <inkml:trace contextRef="#ctx0" brushRef="#br0">30741 2046 8050,'-13'2'0,"1"2"0,-1 3 484,1 0 1,-2 4-1,-1-3 1,-2 3 358,2 1 0,6-3 1,2-1-1,0 2-412,0 1 1,4 2-1,-2 3 1,1 1-741,-1 3 0,0 2 0,2 5 0,-2 2-562,-2-1 0,4-3 0,-3-3 871,1-2 0,4-4 0,-5 1 0</inkml:trace>
  <inkml:trace contextRef="#ctx0" brushRef="#br0">30765 2232 8050,'-1'13'263,"-3"-1"0,2-4 541,-2 1 0,4-5 1,4 3-1,5-2-613,2-2 0,1-2 0,1 1 0,0 1-443,4 1 0,-3 5 0,2 0 0,-3 2-117,-5 1 0,2 2 1,-5 1-1,1 3-92,-1 1 331,-1-4 1,-8 7-1,-1-5 1,-2-2-1,-2-1 1,1-3-144,0-3-58,5-2 1,-2-8 330,5-2 0,8-28 0,6-14 0,-1-5 0,1 0 0</inkml:trace>
  <inkml:trace contextRef="#ctx0" brushRef="#br0">30976 2108 8028,'-19'0'0,"2"0"173,4 0 1,0 0-1,1 0 1156,-1 0 0,6 6 0,5 1-1079,4 0 0,7 2 0,7-3 0,5-1-66,2 1-184,2-2 0,44-4 0,-29 0 0,0 0 0</inkml:trace>
  <inkml:trace contextRef="#ctx0" brushRef="#br0">31212 1910 8049,'-12'0'71,"3"0"1,1 0 1140,-2 0-843,5 5 0,1-3 1,8 2-1,4-3 1,4 1-1,4 0 1,0 4-1,-1 1 1034,-1 3-1461,-7 6 1,4 3-1,-4 6 1,1 1 0,-1 3-1,-1 4 1,-4 3-708,0 1 541,-2 6 1,-2-4 0,-2 3 0,-5 0 0,-7-1 0,-3-1 0,-2-3 223,1-4 0,-30-13 0,-15-4 0,18-5 0,0-1 0,-1 1 0</inkml:trace>
  <inkml:trace contextRef="#ctx0" brushRef="#br0">29401 2828 8049,'-20'8'165,"7"-1"1,9-3 0,12-5 434,10-6 0,12-3 0,7 0 1,7 2 682,5-1-1193,6 3 1,-3-4 0,7 6 0,6 2 0,-29 1 0,1 0 0,4 1 0,1 0 0,2 0 0,0 0 161,2 0 1,-1 0 0,-2 0 0,0 0-207,-4 0 1,0 0-1,0 0 1,1 0-1,1 0 1,0 0-1,3 0 1,1 0 0,-1 0-1,0-1 1,-2 0-1,-1-1-195,-2 0 0,-1 0 1,-3-2-1,0 0-137,0 2 1,0-1-1,34-5 1,-33 6-1,-1 0 1,28-1 0,-9 2-1,-13 2-1046,-9 3 1,-9-1 941,-6 5 1,-6-3 0,-11 3 0,0 2 0,-2 1-776,-2 1 1165,-3-5 0,-16-7 0,-3-7 0</inkml:trace>
  <inkml:trace contextRef="#ctx0" brushRef="#br0">30157 3076 8049,'-12'0'-1,"1"1"0,3 3 688,4 5 1,2 2-199,2 1-387,6 0 1,-5 1-1,3-1 1,-2 1 0,-2-1-1,0 2 1,0 1 286,0 1 1,0 2-334,0-1 0,0-3 0,1 1-426,3-5 0,-1-5 311,5-5 1,-4-10 0,5-3 0,-1-5 0,0-4 0,0-2-300,2-1 458,1 1 0,1-1 1,1 0-1,-2 2 0,-1 1 1,-2 2-1,3 2 712,4 3-785,-1 1 0,4 7 0,-4 3 0,1 3 1,1 1-1,-1 1 0,-1 5 91,-1 6-206,-1 1 0,-4 10 0,-1-1 0,-1 4 0,-4 5 0,0-1 0,-1 0-920,3-2-581,-2-2 1589,3-1 0,-5 0 0,0-1 0</inkml:trace>
  <inkml:trace contextRef="#ctx0" brushRef="#br0">27875 3820 8041,'-13'8'293,"1"0"240,0 1 1,10-2-1,6-3-444,6-3 1,7-1-1,1 0 1,-1 0-1,3 0 1,-2 0 0,0-1-1,-2-2 1,1-1-1257,-1 1 1036,1 2 1,-5 1 130,1 0 0,-1-11 0,0-3 0</inkml:trace>
  <inkml:trace contextRef="#ctx0" brushRef="#br0">27962 3981 8041,'-25'14'0,"3"1"205,5 2 1,2-5-1,12-5 491,5-2 0,3 0 0,9-5 0,3 0-1120,3 0 349,4-6 0,5-1 75,0-5 0,11-17 0,-2-4 0</inkml:trace>
  <inkml:trace contextRef="#ctx0" brushRef="#br0">28259 3609 8087,'-23'1'269,"2"4"1,8-4 1098,4 3-1218,7-3 0,-3-1 1,11 0-1,5 0 0,5 0 1,5 0-1,4 0-407,3 0 98,6 0 0,-6-4 1,5-1-1,0-2 1,-2-1-1,-2-1 0,-2 3-1564,-3 0 547,1 2 1176,-6-2 0,-45 22 0,-16-1 0</inkml:trace>
  <inkml:trace contextRef="#ctx0" brushRef="#br0">28346 3671 7981,'-18'11'-47,"-2"-3"0,2 3 0,3-2 655,5 2 1,4 1 0,8-1-1,2-1-177,4-2-457,3 0 1,2 1 0,0-3 0,3 1 0,0 0-1,-1 3 1,-1 0-1220,-2-2 1060,-5 3 0,3-4 0,-6 5 0,-1 1 0,-3 0 0,-4 2 0,-6 2-524,-5-2 787,1 4 0,-9-5 0,2 3 0,-1-3 0,0-3 0,3-2 0,1-2 470,3-1 307,1-2 1,4-4-1,7 0 1239,12 0-2063,2-6 1,12 5 0,-2-3 0,2 2 0,3 1 0,2-2 0,2-1-1092,2 1 1,-3 1 1059,4-3 0,22-12 0,10-10 0</inkml:trace>
  <inkml:trace contextRef="#ctx0" brushRef="#br0">28756 3584 8086,'-20'0'161,"4"0"0,2 4 0,2 2 0,1 1 460,2 2 0,0 2 0,5 2-570,1-1 0,1 6 1,2 3-1,2 2 1,2 3-1,3 3 1,1 3-1,0 1 1,1-1-189,-2-2 0,4 2 0,-3-7 0,3-7 157,1-7 1,2-2 0,1-6 0,3-4 141,1-6-74,-3-10 1,7-8-1,-4-8 1,2-4 0,0-3-1,-1-3 1,0 1 108,-4-1-442,-2 7 1,0 0 0,1 6-1,0 1 1,-3 6 0,-2 5 244,0 7 0,-5 48 0,1 18 0</inkml:trace>
  <inkml:trace contextRef="#ctx0" brushRef="#br0">29103 3870 7869,'-12'8'0,"-1"-1"406,1-2 0,-1 1 0,1-4 645,0 3 1,3-1-328,1-4-1418,5 0 0,-6 1-1213,4 3 1801,1-2 0,4 9 0,2-4 0,0 1 0,4-1 1,1-2-100,3-2 1,1-2-1,1-1 281,0 0 1,1-1 0,-1-3 0,1-4-116,-1-3 0,-4-2 0,1 2 0,-1 1-380,-1 2 0,4 4-197,-3-4 299,-2 5 317,-1-2 0,-10-1 0,-2-1 0</inkml:trace>
  <inkml:trace contextRef="#ctx0" brushRef="#br0">29190 3795 8092,'-4'13'569,"0"-1"0,-2 0 1,3 1-1,-1-1-344,1 1 1,-2-5 0,1 1 0,1 4-187,2 2 0,1 2 1,0-5-438,0 0 0,0 1 39,0-1 1,0-6-1,1-6 175,3-7 1,-1-4 0,4-3 0,0-1 215,0-2 1,-1-3 0,4 3-1,-2 2-24,2 1 1,-3 2 0,1 1 0,2 1-841,1 2 832,1 5 0,12 9 0,2 7 0</inkml:trace>
  <inkml:trace contextRef="#ctx0" brushRef="#br0">29525 3559 7976,'-13'-5'53,"1"4"0,1-5 454,3 1 0,1 3 276,3-2 1,1 3-411,-5 1 0,1 5 0,-2 3-276,5 3 1,-1 7 0,1 4 0,1 5 0,2 3-278,1 2 0,0 2 0,1 6-228,3 1 1,3 1-1,5-6 1,1-3-1,1-6-602,2-5 0,-1-1 1010,6-9 0,11-41 0,6-19 0</inkml:trace>
  <inkml:trace contextRef="#ctx0" brushRef="#br0">29711 3597 7971,'-13'12'11,"2"0"0,2 2 0,2 1 268,1 2 0,2-1 0,4-3 1,0-1 1732,0 1-2134,6-6 1,-3 4 0,5-3 0,0 3 0,0 1 0,1 1 0,-1-1-689,-1 1 1,2 0-1,-3 2 810,1 2 0,-4-11 0,2-8 0</inkml:trace>
  <inkml:trace contextRef="#ctx0" brushRef="#br0">29872 3683 8152,'-12'0'454,"3"0"1,1 0-1,-1 0 275,-2 0 1,-2 0-1,1 0 1,-1 2-406,1 2 1,4-1 0,-1 5-516,0 2 0,-1 1 1,0 1-1,4 1-2821,0-1 3012,2 0 0,9 12 0,2 2 0</inkml:trace>
  <inkml:trace contextRef="#ctx0" brushRef="#br0">29947 3820 7993,'-13'5'207,"5"-2"0,0 5 0,-2 1 135,-1-2 1,3 2-1,1-3 1,0-1 365,0 1-770,4 3 0,-4-6 0,5 5 0,-3 2-1483,3 1 1234,6-4 0,-1-1 0,5-6 0,2 0 311,1 0 0,23-61 0,-14 23 0,0 0 0</inkml:trace>
  <inkml:trace contextRef="#ctx0" brushRef="#br0">30009 3708 7992,'-21'9'438,"0"-1"0,6 0 0,-1 5 111,2-1 0,8-1 1,6-3-1026,7-4 1,8-2 475,2-2 0,13-16 0,6-7 0,1-1 0,0 0 0</inkml:trace>
  <inkml:trace contextRef="#ctx0" brushRef="#br0">30157 3547 7977,'-12'0'1117,"0"0"1,1 6-729,2 2 1,5 3 0,8 3 0,3 1-229,0 1 0,4 2 0,-3-1 0,3 3-178,2 4-26,-1 1 0,-3 4 1,-3 1-1,0 2 1,-3 2-1,-2 2 1,-1 1-557,0 0 401,0 1 0,-5-1 0,-4-1 0,-2-3 0,-1-4 0,-2-5 198,-2-3 0,-20-19 0,-8-8 0,-7-2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1476 4304 8040,'-19'-6'128,"2"-1"0,8-4 1,2 2 800,1 0-464,-3 7 1,6-8 0,-4 7 0,2 4 0,2 8 0,1 6-77,2 6 0,2 6 0,1 5 0,1 2-597,-2 5 1,4 6 0,-1 2-1,1 4-1249,-1 3 1006,0-6 1,-1-1 0,1-7 450,2-4 0,-4-27 0,2-11 0</inkml:trace>
  <inkml:trace contextRef="#ctx0" brushRef="#br0">1538 4279 8022,'-15'11'0,"4"-2"3284,4 0-2800,3-6 1,10 2 0,3-5-1,5-1 189,3-3-796,5-3 1,-3-10 0,6-1 0,0 0 0,-1 0 0,1 3 122,0 1 0,-6 8 0,-1 0 0</inkml:trace>
  <inkml:trace contextRef="#ctx0" brushRef="#br0">1526 4688 8022,'-18'8'398,"4"-1"313,5-1 1,7-2-1,4-4 1,7 0 260,6 0-1116,7-6 1,-2 1-1,4-5 1,1 3-1,0 2 1,0 1-1,-2 0-1921,-2-1 1821,2 1 0,-9 10 0,1 2 0,-4 4 0,-4 4 0,-3 2 1,-5 2 156,-6 6 0,-9-1 0,-6 4 0,-5-3 735,-2-1 0,5 0 0,4-2 0,2-2 586,3-4 1,3-4 0,5-2-118,7-2-1170,5-4 1,18-6 0,4-3 0,6-6 0,7-4 0,2-4 0,2 0-3360,0 0 3412,1-4 0,-12 1 0,0-4 0,3-5 0,-1 0 0</inkml:trace>
  <inkml:trace contextRef="#ctx0" brushRef="#br0">2084 4378 8022,'-12'-4'646,"-1"0"1,1-5 877,-1 5 1,8-4-1002,5 4 1,5-6 0,9 3-1,3-1-529,3 0 1,8 0 0,2-5 0,2 1-540,3-1 1,0 1 0,3 1-1,-3 3-722,-1 4 1,-6 2-1,-7 2 1267,-4 0 0,-31 33 0,-8 9 0</inkml:trace>
  <inkml:trace contextRef="#ctx0" brushRef="#br0">2233 4452 8022,'-36'42'110,"3"-1"1,4 0 0,7-5 0,3-1 314,1-2 0,3 0 1,6 3-1,5-3 155,3-4 1,1-7-1,1-3 1,3-1-235,5-3 0,2-5 1,1-3-1,2-2-347,2-2 1,4-2-1,5-1 1,-1 0-134,1 0 0,0-5 0,0-3 0,0-2-2230,-1 2 2364,1-3 0,28-29 0,-24 13 0,1 0 0</inkml:trace>
  <inkml:trace contextRef="#ctx0" brushRef="#br0">2531 4452 8014,'-14'0'402,"-1"2"587,-2 2 1,2-1-1,7 5-525,4 2 0,4 1 0,5 2 0,6 3-616,4 0 0,7 6 0,-1-1 1,3 1-451,0-1 0,5 1 0,2-4 1,-1-1-791,0 1 1392,-1-1 0,13-10 0,3-2 0</inkml:trace>
  <inkml:trace contextRef="#ctx0" brushRef="#br0">2853 4452 8014,'-19'-12'119,"-3"0"1,4-1-1,0 2 567,0 3 1,2 2-1,3 8 1,1 3-138,-1 8 1,1 1-1,0 6 1,1 4-517,2 3 1,-2-1 0,3 5 0,-3-1-175,-1 3-623,5-3 1,-3 5 0,6-6 763,1-2 0,-4-12 0,0-3 0</inkml:trace>
  <inkml:trace contextRef="#ctx0" brushRef="#br0">2965 4229 7997,'-18'0'0,"4"0"0,-2 0 0,2 0 702,7 0 0,3 0 1,8 0-1,6-1 1,5-3-1,5-5 1,4 0 499,1 1-1299,0-4 0,-1 6 1,1-5-1,-1 2 0,-2 4 1,-3 1-1,0 0-877,1 1 868,-5 7 1,1 8 0,-6 10-1,-3 6 1,-2 5 0,-2 4-1,-2 6 21,-1 7 258,-5-1 0,2 8 1,-5-5-1,0 2 1,-1-2-1,1-4 0,0-5 2048,1-6-1975,-4-8 0,5 2 1,-3-7-1,0 0 0,0-4 1,-2-4 268,-2-7-710,6-3 0,-4-6 1,3-2 194,-3-2 0,-7-30 0,-1-13 0</inkml:trace>
  <inkml:trace contextRef="#ctx0" brushRef="#br0">3585 4366 9431,'-16'7'0,"-1"-3"1421,2-3-1011,7-1 0,4-1 0,8-2-293,4-1 1,4-6 0,3 3-1,3-1 1,0 1 0,2 0 0,-2 2-1,-1-1 1,-1 3-118,-3 2 0,-7 30 0,-5 14 0,2 1 0,0 1 0</inkml:trace>
  <inkml:trace contextRef="#ctx0" brushRef="#br0">3585 4638 8030,'-23'13'952,"2"-1"1,5 1 820,7-1-1545,15-5 0,8-3 0,10-7 0,3-4 0,1-2 0,6-5 0,1-1-6,3-3-222,4-1 0,3-8 0,4-4 0,7-2 0,0 0 0</inkml:trace>
  <inkml:trace contextRef="#ctx0" brushRef="#br0">4267 4006 8034,'-12'1'0,"1"3"0,3 5 0,-2 6 558,6 1 1,-2 11 0,4-1 0,-2 4-1,1 5 1,1 0-521,2 3 0,0-3 1,0-1-301,0-6 0,5-3 1,0-4-1,2-6 29,3-5 0,1-12 1,0-11 135,-3-11 0,3-6 0,-3-7 0,3-1 1,2 1 192,-1 0 1,0-3 0,0 3 66,-4 5 0,3 5 0,-4 3 0,1 3 0,0 6 170,2 6 1,-5 10 0,0 13-266,-4 9 1,0 12-1,2 7 1,1 1-1,-1 1-538,-2 0 1,1-4 0,2 2 469,4-4 0,31-28 0,8-7 0</inkml:trace>
  <inkml:trace contextRef="#ctx0" brushRef="#br0">4851 4068 8037,'-29'17'685,"1"-1"0,3 1 2045,3 0-2356,1 3 0,2 2 0,3 1 0,2 5 1,1 4-1,0 6 0,-3 8 1204,0 6-1794,-6 4 0,7 11 0,-5-1 0,3-1 0,1-5 0,3-7 0,2-12-2976,2-9 1312,4-6 1880,5-7 0,11-40 0,3-14 0</inkml:trace>
  <inkml:trace contextRef="#ctx0" brushRef="#br0">4726 4663 7992,'-4'13'0,"0"-1"778,1 0 1,2 1 0,2-2 1369,4-3-1989,1-2 1,8-6 0,4-2-1,6-2 1,5-4 0,2-3-1,4-2-1444,1 1 1132,1-6 1,-4-1-1,-1-6 1,-2 0-1,-4 0 1,-4 2-1,-7 1-819,-5 1 930,-5 6 1,-11-7 0,-8 6 0,-10 2 0,-9 4 0,-5 9 0,-5 8 383,-1 9 0,4 12 0,-2 5 0,5 3 132,4 1 1,4 4 0,9 2-1,4 1-19,7 3 1,3-4-1,9-3 1,7-6-379,10-5 0,11-10 0,11-6 0,8-11-258,7-8 181,-23 2 0,3-6 0,0-14 0,1-9 0,2-1 0,5-2 0,0 0 0,0 0 0</inkml:trace>
  <inkml:trace contextRef="#ctx0" brushRef="#br0">1290 6102 8053,'-9'11'0,"-4"-1"143,-1-2 0,1 0 0,2 5 1,2-1 675,5 0 0,3 2 0,1 1-676,0 2 0,0 5 0,0-1 1,0 2-1,0 2 0,0 1 1,0 3-1,0 4 0,-2 3 276,-2 1-603,3 6 1,-5-5 0,6 4 0,0-4-1,0-2 1,0-3 0,2-5 183,2-6 0,3-15 0,5-9 0</inkml:trace>
  <inkml:trace contextRef="#ctx0" brushRef="#br0">1278 6015 8055,'-20'0'992,"3"4"1003,4 0-1769,12 1 0,4-5 0,13 0 0,5 0 1,2 0-1,2 0 0,0 0 356,0 0-631,-6 0 0,3 0 0,-6 1 0,-2 3 0,-3 6 1,-4 5-1,-1 6-393,-4 2 336,-11 7 0,-5 2 0,-12 5 0,-3 0 0,-4 1 0,-2-1 0,2-1-382,4-3 43,3-3 1,7-11 0,4-2 444,5-3 0,43-41 0,15-8 0</inkml:trace>
  <inkml:trace contextRef="#ctx0" brushRef="#br0">1551 6499 8055,'-24'14'84,"4"1"0,3 3 715,3 1-585,7 2 1,-2-1 0,5 1 0,1 0-1,1-2 1,4-3 347,2-2-741,3-1 0,1-5 0,0-1 0,1-3 1,-2-5-1,-3-8-143,-3-6 470,5-4 0,-5-7 1,3-3-1,-3-4 0,-1-3 1,0-1-1,0 1 1144,0 3-1162,6 2 1,-3 8 0,4 1 0,0 3 0,-1 2 0,5 6 0,3 6-408,3 3 263,5 8 14,3 6 0,0 14 0,3 6 0,5 5 0,-1-1 0</inkml:trace>
  <inkml:trace contextRef="#ctx0" brushRef="#br0">2134 6102 8015,'-13'-12'198,"1"-1"1,0 1-1,-1-1 1,1 1 566,-1 0 1,5 1 0,0 2-1,-1 4 96,3-1-790,-5 5 0,5-3 1,-2 9-1,2 8 0,2 7 1,0 9-1,1 8-10,2 8-112,1 8 0,0 4 1,0 6-1,1 2 0,3 4 1,0-34-1,1 0 0,0 1 1,2-2-309,10 30 301,-4-6 1,7-14 0,-5-4 0,3-7 0,0-10 0,1-9-1,0-8-1169,3-5 642,2-1 0,-1-7 585,-2-5 0,-7-36 0,-5-16 0,-2 17 0,-1-1 0,1 1 0</inkml:trace>
  <inkml:trace contextRef="#ctx0" brushRef="#br0">2345 6065 8015,'-9'7'-143,"1"-3"-97,-2-3 1422,-1-1 1,6 2 0,6 2 785,10 4-1951,2 3 1,10 3 0,-2 4 0,4 5-1,2 6 1,4 3 0,-1 2 175,0 2-349,-1-4 1,-4 2-1,0-5 1,0-3 155,-1-4 0,1-20 0,0-11 0</inkml:trace>
  <inkml:trace contextRef="#ctx0" brushRef="#br0">2841 5916 8018,'-25'12'161,"0"1"1,2-1 0,2 1 2380,5-1-2258,2 6 1,1 0 0,1 4-1,1-2 1,1 3 0,3 0-1,1 2 364,-1 0-791,4 5 1,-8 0-1,4 5 1,-1-2 0,-1 0-1,1 0 1,0 0-2186,0 1 1898,-1-3 0,1-1 0,1-7 430,2-2 0,-5-25 0,3-11 0</inkml:trace>
  <inkml:trace contextRef="#ctx0" brushRef="#br0">2866 6288 8009,'-18'0'0,"4"0"0,-3 0 0,4 0 754,6-6 0,3 5 1,9-3-1,6 3 1,6 1-1,2-2 1700,3-2-2438,1 3 0,6-6 0,2 4 1,-1-2-1,0-2 0,-1-2 1,0 1-563,0 0 655,0 5-109,1-8 0,-9 10 0,3-5 0</inkml:trace>
  <inkml:trace contextRef="#ctx0" brushRef="#br0">2431 5978 8069,'-5'-12'205,"2"-1"0,-4 1 342,2-1 0,-1 6-354,2 3 1,3 4-1,-3 4 1,4 7-1,2 10 1,4 12-1,1 13 1,2 9-1,4 10 61,-5-30 0,0 1-410,-1 2 0,0 1 0,4 7 0,0 1 0,-2 0 1,0-1-1,0 1 0,0 0 0,1-2 0,-1 0 86,1-3 0,0 0 1,0 1-1,0-1 1,3-1-1,-1 0 0</inkml:trace>
  <inkml:trace contextRef="#ctx0" brushRef="#br0">3598 5730 8026,'-13'0'113,"1"0"307,-1 0 1,1 0 495,0 0 0,1 1 0,2 3-384,5 5 0,3 7 0,1 5-500,0 2 1,0 6-1,0 2 1,1 0 0,2 2-393,1-1 0,2-2 1,-2-6-209,4-4 0,-1 2 0,1-8 182,2-7 1,-3-8 0,0-17 375,-2-7 0,3-1 0,-2-7 0,-1 0 1,2 0 47,0 0 1,-3 5-1,3 0 462,-1 6 0,-1 4-129,-1 6 0,2 16 1,2 10-491,-4 11 1,-1 7-1,0 5 1,1 0 0,0 0-641,2 0 1,-4-4 758,7 0 0,10-5 0,7 2 0</inkml:trace>
  <inkml:trace contextRef="#ctx0" brushRef="#br0">3945 5879 8026,'-21'16'41,"1"2"1,-1 1 198,2 4 0,1 1 1,4 7-1,-1 6 448,-2 7 0,1-1 1,5-1-1,1 0-811,2-1 0,4 5 0,-3-7 1,1-1-591,3-4 0,-2-10 0,1-1 713,1-4 0,2-19 0,1-8 0</inkml:trace>
  <inkml:trace contextRef="#ctx0" brushRef="#br0">3933 6387 8068,'-12'13'344,"4"-1"1,3-4 0,7-1 218,7-1 0,0-2 0,12-6 1,2-2-557,5-4 1,-2-7-1,5-2 1,-2 1-309,-1-2 1,-3 3 0,-4-5 0,0 1-147,-2 0 1,2-2-1,-8-2 1,-3 2 1,-3 5 0,-3-2 0,-4 1 0,0 2 426,0 1 0,-5 3 0,-5 3 0,-4 4 338,-2 2 0,-5 9 0,4 6 1,1 6 190,-2 4 1,4 4 0,-2 1 0,2 4-60,1 0 0,1 2 0,1-3 0,3 0-206,4 4 1,2-5-1,4-1 1,2-3-369,4-1 1,4-7 0,5-6-1,4-6-497,2-5 1,2-4 619,0-5 0,-2-19 0,0-9 0,4-8 0,-1 1 0</inkml:trace>
  <inkml:trace contextRef="#ctx0" brushRef="#br0">4627 5569 7953,'-12'1'0,"-1"2"25,1 1 0,4 6 386,-1-2 1,7 3-1,-2 1 1,2 1-1,2 0 1,0 3 0,0 3-1,0 3 1,2 6 1772,2 2-2198,-3 8 0,9 8 0,-5 8 0,1 5 0,-1 4 1,-1 3-1,1 1-967,-1 0 662,0-9 0,-4 4 1,0-11-1,1-3 1,2-8-1,1-8 319,-1-6 0,-18-34 0,-6-9 0</inkml:trace>
  <inkml:trace contextRef="#ctx0" brushRef="#br0">4962 5842 7958,'-12'-5'377,"-1"1"1,1-1-1,0 2 1,-1-1 1490,1 1 1,6 3-819,6 4-1023,6-2 1,6 7 0,2-3 0,2-1 0,4 2 0,0 0 0,1 1-136,1-1-272,2 4 0,-4-4 1,0 6-1,-4-1 1,-3 2-1,-5 2 0,-3 5-1215,-2 2 1495,-7 2 0,-8 5 1,-11 4-1,-4 0 0,-5-1 1,-1-4-1,1-4-1416,2-5 1168,7-2 348,5-5 0,38-39 0,9-10 0</inkml:trace>
  <inkml:trace contextRef="#ctx0" brushRef="#br0">5210 6139 8247,'-1'13'0,"-3"-2"827,-5-3 1,3 3 0,-3-3-180,0 3 0,-2 6 1,-2-1-1,-1-1-164,-2-1 0,2 3 1,-4 1-1,2 0-557,-1-1 0,-4 6 0,4-4 1,-1 1-738,0 1-812,-4-6 0,8 3 1622,-3-5 0,4-18 0,0-3 0</inkml:trace>
  <inkml:trace contextRef="#ctx0" brushRef="#br0">5545 6052 7973,'-8'-11'179,"0"3"0,4-3 0,-3 3 0,1-3 0,2 0 0,0 1 0,-2 2 0,1-2 489,-1-1 1,-3-1 0,2-1-134,0 1-443,-4 0 0,8 3 1,-4 1-1,0 0 1,0-1-1,-2 3 727,-2 0-1002,4 7 1,-4 12 0,4 9 0,-1 7 0,1 8 0,0 7 0,1 4-1063,1 2 1206,1 0 0,4-5 0,0-2 0,0-3 1,0-7-1,2-6 0,5-7 253,6-5-165,2-8 0,3-3 0,3-10 1,2-7-1,2-10 0,0-5 0,-1-4 274,1-3-301,0 0 0,-2-1 1,-2 3-1,-4 4 0,-4 3 1,-2 2-1,-1 3 430,-2 5-340,-5 8 1,3 4 0,-8 9 0,-2 7 0,-3 8 0,-1 3 0,1 2 271,2 0-586,-5 0 1,9-2 0,-4-1-1,5-3 1,5-2 201,3-6 0,30-54 0,-14 12 0,-1 0 0</inkml:trace>
  <inkml:trace contextRef="#ctx0" brushRef="#br0">5843 6052 7967,'-17'13'461,"1"-1"1118,1 1 1,5-2-1274,2-3 0,11-4 0,1-8-306,5-4 0,31-25 0,7-7 0</inkml:trace>
  <inkml:trace contextRef="#ctx0" brushRef="#br0">6277 6028 7967,'-15'12'102,"3"0"1,-2-3 0,8-2 418,-1-2 0,6 2-214,1-7 1,5 1-308,8-9 0,27-44 0,-17 18 0,1 0 0</inkml:trace>
  <inkml:trace contextRef="#ctx0" brushRef="#br0">6476 6003 7967,'-20'18'155,"2"-5"1,6 4 1512,0-3-1808,5-2 1,1-6 0,8-6 0,3-7 139,7-4 0,14-14 0,5-7 0,6-2 0,-1 1 0</inkml:trace>
  <inkml:trace contextRef="#ctx0" brushRef="#br0">6736 5916 7965,'0'12'0,"0"1"0,0-1 0,0 1 0,-1-2 1220,-3-3 0,1 3-1962,-5-3 742,5-2 0,19-45 0,12-16 0</inkml:trace>
  <inkml:trace contextRef="#ctx0" brushRef="#br0">7232 5333 7962,'-16'0'210,"-1"0"0,1 0 1,3 0-1,1 0 656,-1 0 0,8 6 0,5 3 0,7 5 293,4 2-1002,1 7 0,1-4 1,-1 7-1,2 3 1,1 5-1,2 6 1,-2 6 483,-1 2-651,-2 2 0,-4 5 0,-1 1 0,-1 2 0,-5-1 0,-4-1 0,-6-1-897,-7 0 665,-8 5 1,-3-15 0,-3-1 0,0-8 0,-2-7 0,-1-4 0,1-5-1405,2-3 1646,7-9 0,-17-19 0,0-9 0</inkml:trace>
  <inkml:trace contextRef="#ctx0" brushRef="#br0">7939 5556 7962,'2'-12'0,"1"-1"100,1 1 0,0-2 0,-3 0 0,2 1 1409,1 2 1,0 1-889,-4-2 0,0 3 0,-1 2 0,-2 3 0,-2 4 1,-2 6 115,-3 5-891,-6-1 1,0 13-1,-4-2 1,-4 3 0,-2 4-1,-4 2 1,-1 1-578,1-1 684,-4 4 1,9-6 0,0 4 0,7-2 0,6-4 0,3-2 0,8-4 1065,8 2-1017,12-4 0,13-4 0,7-7 0,0-2 1,4-2-1,-1-1 0,-2-2-1334,-5 0 1012,0 0 0,-3 0 0,-4 0 0,-3 0 0,-4 0 320,-4 0 0,-42 5 0,-11 2 0</inkml:trace>
  <inkml:trace contextRef="#ctx0" brushRef="#br0">7716 6028 7955,'-25'12'315,"7"0"0,6 1 803,6-1 0,12-1 0,6-1 0,8-3-622,3-2 0,7 3 0,4-3 0,1-3-1582,3 0 0,-1-2 1086,0 0 0,2-14 0,3-5 0,5-2 0,-1 0 0</inkml:trace>
  <inkml:trace contextRef="#ctx0" brushRef="#br0">8374 5259 8022,'-16'-17'306,"3"1"0,3-1 1,3 0-1,4 0 0,2-1 1,1 0 2003,0 3-1779,0 1 0,1 3 0,2 4 0,1 8 0,-1 10 2188,-2 9-2908,-1 14 1,0 3-1,0 11 1,2 1 0,1 2-1,2 0 1,1-2-1563,-1-3 391,5 2 1,-8-9 0,7 2 1359,0-3 0,13-28 0,5-7 0</inkml:trace>
  <inkml:trace contextRef="#ctx0" brushRef="#br0">8733 5358 8014,'-31'8'447,"2"0"0,0 1 0,3 3 0,4 0 1229,2 1-1401,-2 5 0,8 2 0,-2 9 1,2 4-1,2 5 0,-1 3 1,1 4 215,-1 4-896,1 6 1,0-3-1,-1 5 1,1-2 0,-1-3-1,2 1 1,3-2 404,4-2 0,1-13 0,-1 3 0,1-4 0,-1 1 0</inkml:trace>
  <inkml:trace contextRef="#ctx0" brushRef="#br0">8684 5916 7997,'-36'5'0,"3"4"438,4 2 0,4 0 0,4-2 0,6 0 1347,6 0-1797,3 8 0,6-3 0,0 4 0,0-2 0,0 1 1,1-2-1,4-1-1241,3-2 1200,3 0 0,3-5 0,1-3 0,1-2 1,1-4-1,1-3 0,3-8-47,2-6 159,-4-4 1,3-2-1,-5 0 1,-1-1-1,0-2 1,-3 1-1,-2 2 563,0 3-474,-5 1 0,4 1 0,-6 0 1,-3 2-1,-4 5 367,-5 3-399,-3 4 1,3 16 0,-1 4 0,1 4-1,1 4 1,3 1 0,3 2 85,1 0-203,0 0 0,0 0 0,0 1 0,0 0 0,0 0 1,0-2-1,0-2-410,0-3 286,0-1 0,5-6 0,4-1 1,2-3-1,1-3 0,0-4-735,1-1 1,-1-7 0,1-4 859,-1-4 0,6-40 0,1-6 0</inkml:trace>
  <inkml:trace contextRef="#ctx0" brushRef="#br0">8919 5680 7971,'-23'-1'571,"2"-3"1,3 2 0,7-3 0,2 1 1478,0 0-1578,7-6 1,-2 7 0,8-4 0,4 0-1,4 2 1,4-1 0,1 4-609,3 0 0,-5 2 1,1 0-1,0 0-403,0 0 0,-3 2 0,0 2 0,-3 4 122,0 3 0,-5 1 0,-1 1 0,-2-1 117,-2 1 1,4-5-1,0 0 1357,-1 2-1310,-2 1 0,5-4 0,3-3 253,6-3 0,28-23 0,11-11 0,7-1 0,-1-1 0</inkml:trace>
  <inkml:trace contextRef="#ctx0" brushRef="#br0">1749 8037 8084,'-12'-7'1599,"-1"3"-628,1-3 1,6 5-632,6-2 0,5 4-201,3 4 1,1-1 0,-3 5 0,0 2 0,0 2 0,0 5 77,-1 4-247,5 2 1,-9 6-1,5 1 1,-2 1-1,2 0 1,-1 0-1,1 0-1655,-4 1 1558,5-10 1,-4 6-1,5-12 1,1-1-1,-1-2 1,0-5-304,2-4 426,1-2 0,0-8 0,-2-2 0,0-3 0,0-2 0,2 1 0,2 0 331,-1-1-344,-5 1 0,4-1 1,-4 1-1,1 0 1,-1-1-1,0 1 1,-1-1 78,-1 1 0,3 0 1,-3-1-1,-3-1 156,0-2 0,2 2 126,0-2 0,0 6-111,-4 2 1,0 10-157,0 2 1,-4 6-155,0 3-251,0-1 74,-2-5 1,5-7 168,-3-8 1,2 1 0,2-2 65,0 0 0,0 2-98,0-1 1,0 3-274,0-3 0,0 4-789,0-4-282,0 5 946,0-2 1,-1 5 514,-3 0 0,-14 27 0,-8 8 0</inkml:trace>
  <inkml:trace contextRef="#ctx0" brushRef="#br0">1811 7925 8084,'-25'0'0,"6"0"0,3 0 0,2 0 0,1 0 404,1 0 0,4-1 1,1-3 2988,1-5-3168,2-2 1,8 6 0,0 5 0,1 8 0,-1 9-1,1 6 260,2 5-515,-4 12 1,6-1 0,-3 14 0,1 1 0,3-2 0,1-1 0,1-3-909,0-2 908,1-4 0,-1-15 1,2-7-1,1-6 1,2-6-1,-1-4 1,1-5 121,-1-7 0,5-2 0,-4-11 1,-2-1 70,-2-1 0,0-6 0,-2-1 0,-1-2-176,-2-2 0,-4-2 0,3-3 0,-2-2-3,-2-5 1,3 2 0,-2 0 0,-1 0-53,-2 0 1,3 1-1,0 1 1,0 6-257,2 4 0,-3 9 0,5 6 64,1 3 1,4 9 0,2 5 259,2 7 0,21 26 0,2 7 0</inkml:trace>
  <inkml:trace contextRef="#ctx0" brushRef="#br0">2431 8161 8091,'-19'0'0,"3"0"80,2 0 0,1-2 0,1 0 0,0-4 52,-1-1 1,1 3 0,-1-3-1,2 0 1,2 2 0,2-2-1,0 1 1,0 1-194,-3 2 0,4 2 1,-1 3-1,0 5-83,0 6 232,4 7 0,-2 0 1,3 6-1,-1 1 1,-1 2-1,2-1 1,0-2 753,2-1-807,6-6 0,-4-1 1,7-7-1,0-3 1,2-3-1,3-4 0,1-2 54,2-4-231,-1-7 0,1-6 0,-1-4 1,0 1-1,-3-1 0,0 0 1,-1 0-1259,1 2 1196,-6 4 0,2-6 0,-3 6 1,-1 1-1,1 1 0,-4 2-761,0-1 1070,-2 6 0,0 3 0,-2 8 1,0 5-1,-2 2 0,1 1 1,1 0 1088,2 1-1283,0-6 1,2 2 88,2-5 0,25-49 0,-9 14 0,0 0 0</inkml:trace>
  <inkml:trace contextRef="#ctx0" brushRef="#br0">2531 8037 7986,'-13'5'184,"1"3"1,1-1 0,1 2 208,2 0 1,1 2 0,-1 2 0,4-1-67,2 1 0,4-1 0,0 0 0,3 1-27,-3-1 1,5 2 0,0 1 0,1 3-104,1 1 0,-7 2 0,4 2 1,-2-1-77,0-1 1,0-4 0,-4 2 0,0-1-625,0-3 244,0-1 0,0-9 0,2-6 158,2-10 0,-3-7 0,3-8 1,-2-2 100,-2-1 0,4-1 0,1 2 0,1-1 52,-1 2 0,1 1 0,-2 2 0,3 4-291,0 3 1,4 5-1,-4 2 1,1 3-383,0 2 0,2 6 0,5 7 0,2 3 621,-2 2 0,26 10 0,6 3 0</inkml:trace>
  <inkml:trace contextRef="#ctx0" brushRef="#br0">3077 7689 7986,'-6'-11'428,"-2"3"0,1-1 0,-1 3 0,-2 0 0,-1 1 275,-1 2 0,3 7 0,1 6 0,0 5-299,1 6-372,-4 8 0,8 2 0,-4 8 1,0 4-1,0 6 0,-1 6 1,1 3 420,3 0-478,3 6 1,1-2 0,0 0-1,1-10 1,3-9 0,6-10 0,5-8-1386,6-9 1071,-3 1 1,5-17 0,-2-2 0,2-9 0,1-9 338,-4-8 0,-6-10 0,-1-13 0,0-2 0,1-5 0,-1-1 0,0 1 0</inkml:trace>
  <inkml:trace contextRef="#ctx0" brushRef="#br0">3213 7826 8042,'-12'0'144,"3"4"0,1 2 1414,-2 0-1172,-1 3 1,4 3-1,3 0 1,3 1-1,2 1 1,3 1-1,5 3 729,2 1-1122,1 2 0,6 4 0,1-1 0,2 1 0,0-1 0,1-4 0,1-3 850,2-3-4525,5-2 3682,-9 0 0,25-32 0,-6-9 0</inkml:trace>
  <inkml:trace contextRef="#ctx0" brushRef="#br0">3548 7789 8023,'-25'0'392,"2"8"1,2 3 0,3 1 270,0 4 1,4 0-1,-4 1 1,2 3-295,-1 4 1,1 1 0,3 1 0,1 1-334,0 2 1,-5 4-1,2-4 1,3-1-1485,2-2 963,2-1 0,-1-2 0,2-2 1,2-5 484,2-2 0,2-46 0,1-10 0</inkml:trace>
  <inkml:trace contextRef="#ctx0" brushRef="#br0">3598 7652 7981,'-9'0'1608,"1"0"0,5 2 0,1 0 1,4 4-1313,7 1 1,3 5-1,3 6 1,3 1-329,1 3 1,-2 3-1,2 3 1,-1 2-81,-3 2 0,-2 1 1,-5 4-1,-4 0-113,-3 1 0,-1-1 0,-1 0 0,-3 0-97,-4 0 1,-3-1-1,-3-3 1,-1-4-1357,-2-3 1678,1-1 0,-24 0 0,-7 0 0</inkml:trace>
  <inkml:trace contextRef="#ctx0" brushRef="#br0">4193 7739 7998,'-12'0'967,"-1"0"0,1 0-151,-1 0 1,8 0 0,5-1 0,7-3 0,4-3 0,1-2-547,1 1 0,-1 4 1,0-3-1,1 2-469,-1 2 95,1 1 0,-2 4 0,-3 3 1,-4 8-1,-3 6 0,-1 6 1,0 4-1623,0 4 1336,-5 8 0,-1-1 0,-3 6 1,1-1 389,-2-1 0,-3-12 0,-2 1 0,-1-1 0,-1 1 0</inkml:trace>
  <inkml:trace contextRef="#ctx0" brushRef="#br0">4168 8496 8807,'-19'30'868,"1"-4"0,6 3 1,1-3 1983,2-1-2609,4-6 0,5-1 0,3-7 0,3-2-243,7-5 0,24-36 0,3-9 0</inkml:trace>
  <inkml:trace contextRef="#ctx0" brushRef="#br0">1439 9723 8022,'-1'-9'139,"-2"-2"1,-3-3 0,-1 0-1,-1 0 1584,1 2-871,2 5 1,2 3-223,3 8 1,-1 7 0,9 7-568,2 1 0,1 6 0,2 5 0,3 2 0,0 4-54,-1 4 0,-1 0 0,-2 4-223,1-1 1,-1-2 0,1-4 0,-1 1 0,0-1-806,1 0 0,-1-5 25,1-3 0,-1-9 994,1-3 0,4-70 0,-7 18 0,0 0 0</inkml:trace>
  <inkml:trace contextRef="#ctx0" brushRef="#br0">1836 9624 8022,'-29'6'262,"0"2"1,-1 3-1,4 3 1,-1 1-26,4 1 0,5 8 1,-1-1-1,1 6 394,3 3 0,1 0 1,1 1-1,2-3-137,3 0 1,-3-3 0,3 2 0,-2-3-1588,2-2 757,-3 1 0,8-5 0,-4-2 1,2-2-1,2 1 0,2-2-3192,1-1 3528,0-8 0,-6-11 0,-1-9 0</inkml:trace>
  <inkml:trace contextRef="#ctx0" brushRef="#br0">1972 9947 8040,'-17'0'1098,"3"0"1,3 0 0,11 0-873,7 0 1,9-6-1,3-1 1,2-1-958,0 0-461,-1 5 0,4-4 1192,-3 3 0,30 25 0,2 1 0</inkml:trace>
  <inkml:trace contextRef="#ctx0" brushRef="#br0">2059 10170 8040,'-16'4'0,"-1"0"324,2-1 0,5-2 1102,2-1 0,7 0 1,2-1-377,10-3-1710,2 2 1,10-7-1,-2 3 660,2-1 0,29-6 0,8-7 0</inkml:trace>
  <inkml:trace contextRef="#ctx0" brushRef="#br0">2729 9649 8344,'-12'6'358,"-1"-5"1,1 3 2037,0-3-2089,5-1 1,3 0-1,8 0 1,5 0-1,6 0 1,6-1 0,4-3-1,4-3 1,3-1 81,-1-1-841,5 1 0,-6-4 0,5 1 1,-3 1-1,-2 3 452,-2 2 0,-35 12 0,-10 6 0</inkml:trace>
  <inkml:trace contextRef="#ctx0" brushRef="#br0">2791 9723 8042,'-25'13'130,"6"-1"0,3 1 0,2-1 1268,1 0 1,6 1-972,3-1 0,4-5 0,4-3 1,5-2-249,2-2 0,5 1 0,1 2 0,-1 1-270,2-1-158,-4 4 1,4-5 0,-6 7 0,1 0 0,-1 4-1,1 2 1,-2 3-1436,-3 1 1544,-3-4 0,-5 9 0,-1-2 0,-3 4 0,-6 4 1,-5 0-1,-6 1 578,-2-4-194,-2 0 0,-4 1 1,0 0-1,3-3 0,3-5 1,3-2-1,2-4 2552,3-4-2348,2-5 1,6-6 0,4-3-1,6-4 1,5-3 1247,3-2-1711,1 1 0,6-1 1,4 1-1,5 0 1,1 1-1,1 1 1,2 2-791,2-2 0,4 3 0,3 0 0,1 0-1420,-1 0 2225,-7 5 0,20-9 0,-1 4 0</inkml:trace>
  <inkml:trace contextRef="#ctx0" brushRef="#br0">3325 9798 8034,'-13'0'0,"1"0"956,-1 0 0,1-4 816,0 0-1535,5-1 0,3 7 1,8 2-1,4 4 0,4 3 1,4 3-1,1 3-254,3 3-29,0 4 1,9 5 0,0 1-1,-1 0 1,-2 2 0,-1 0-1,0 1-1800,0-2 1205,-6-6 0,3-3 1,-4-7 640,1-4 0,-9-20 0,1-12 0</inkml:trace>
  <inkml:trace contextRef="#ctx0" brushRef="#br0">3722 9661 7977,'-13'-5'176,"2"2"0,2-4 0,0 2 2547,0 2-2291,3 2 1,-5 1 0,4 1 0,0 3 0,2 4 0,-1 3 0,-1 3 75,0 3 1,1-1-1,1 8 1,-3 3-652,-3 4 90,-1 2 0,-1 4 0,1 1 0,-2 2 0,-2 3 0,-4-2 0,1-1-17,2-4-2385,4-7 0,2-4 2455,2-8 0,26-37 0,11-9 0</inkml:trace>
  <inkml:trace contextRef="#ctx0" brushRef="#br0">3734 10033 7968,'-12'13'1141,"3"-5"-401,1 0 1,7-5-1,1 1 1,8-2-299,7-2 1,0-2 0,5 0 0,-1-4-1108,0-1 0,0 4 0,2-1 1,-4 3-1315,-4 1 1816,0 0 1,-1 4-1,-1 3 1,-2 3 0,-5 3-1,-3 3 1,-1 0-413,0 1 511,0 5 1,-4-9 0,-2 4 0,1-3 0,-2-2 63,0 1 0,-1-62 0,-5-14 0</inkml:trace>
  <inkml:trace contextRef="#ctx0" brushRef="#br0">3945 9847 8202,'-24'6'1456,"4"2"-1279,7 3-177,19-4 0,41-18 0,19-10 0</inkml:trace>
  <inkml:trace contextRef="#ctx0" brushRef="#br0">1427 11261 7968,'-13'7'852,"1"-1"1,1-5 0,3 3-131,3 5 0,10 2 0,3 2 1,3 4-756,1 4 26,6 7 1,-3 0 0,5 6 0,-1 4-1,-1 2 1,0-2 0,-3-2-717,-1-3 0,-2-5 1,0-1 722,1-5 0,5-42 0,1-16 0</inkml:trace>
  <inkml:trace contextRef="#ctx0" brushRef="#br0">1749 11336 8301,'-14'-4'626,"-2"-1"1,2 1 0,-2 4 0,0 0 66,0 0 1,2 10 0,-3 4 0,4 2 156,0 2-849,-5 4 1,9-2 0,-4 4 0,4 1 0,2 0 0,1 1 0,2 0-1294,0-1 350,0 3 1,4-15 0,0 4 941,0-3 0,5-7 0,2-2 0</inkml:trace>
  <inkml:trace contextRef="#ctx0" brushRef="#br0">1861 11509 8008,'-11'9'209,"1"-2"1,3-1 2059,2 1-2025,1 2 0,-1 3 0,1 0 0,3 1-457,4-1 0,4 1 0,5-2 1,0-2-16,1 0 62,-1-1 1,-1 0 0,-1 0-1,-2 1 1,2-1 0,1 0-578,1 2 170,1-5 573,-1 6 0,6-48 0,1-6 0</inkml:trace>
  <inkml:trace contextRef="#ctx0" brushRef="#br0">2034 11212 6788,'-8'1'1241,"0"3"1,4-2 68,-4 2-1872,5-3-350,-3-1 912,6-5 0,33-8 0,9-6 0</inkml:trace>
  <inkml:trace contextRef="#ctx0" brushRef="#br0">2233 11299 7978,'-12'6'213,"-1"0"325,1-6-313,5 0 0,3 0 1,8 0-1,6 0 1,5-1-1,5-4-261,4-3 1,2 1 0,2 0-889,0 2 924,7-5 0,24 9 0,-23-2 0,0 0 0</inkml:trace>
  <inkml:trace contextRef="#ctx0" brushRef="#br0">2357 11609 7951,'-32'19'247,"3"0"0,9-5 0,5 0 241,5-3 1,6-7 0,9 0-1,8-3-294,6-1 0,6-5 0,4-5 0,4-4-366,3-2 332,1-6 0,0 3 0,0-6-160,1 0 0,-12-7 0,1-5 0,2-3 0,0 0 0</inkml:trace>
  <inkml:trace contextRef="#ctx0" brushRef="#br0">2742 11150 7743,'-13'-7'0,"1"3"681,-1 2 1,5-2-101,0 0 0,5 7 1,-1 8-1,3 5 33,1 4-398,0 6 0,1 3 1,2 8-1,2 7 0,1 6 1,1 5-1,-2 0-433,1 0-97,3 4 1,-6-13 313,5-1 0,-5-16 0,3-5 0</inkml:trace>
  <inkml:trace contextRef="#ctx0" brushRef="#br0">3263 11286 7995,'-24'13'240,"4"-2"0,3-2 0,5-1 0,3 2 1,5 1 766,3 2 1,1-1 0,1 0 0,2 2-206,1 3 0,6-2-1125,-2 5 0,3-3 0,1 2 1,-1-1-1,-1-3 0,-2-1-3641,2-1 3964,-4-7 0,-1-28 0,-5-12 0</inkml:trace>
  <inkml:trace contextRef="#ctx0" brushRef="#br0">3300 11050 8206,'-6'-16'0,"-2"-1"851,-3 2 0,4 6-578,3 0 1,4 7-1,4-1-273,4 6 0,20 15 0,5 8 0</inkml:trace>
  <inkml:trace contextRef="#ctx0" brushRef="#br0">3536 11224 7957,'-25'25'181,"7"-6"1,4-4 0,6-4 932,2-2-1193,8-7 0,6 4 1,8-7-1,5-2 1,3-3-1,0-1 1,1-2 78,0-2 0,22-40 0,-21 20 0,0 1 0</inkml:trace>
  <inkml:trace contextRef="#ctx0" brushRef="#br0">3672 10939 7957,'-19'-4'311,"2"0"1,3-1 0,2 5-1,1 2 247,3 2 0,-2 7 0,6 8 0,1 3 421,2 5-824,1 6 0,1 0 0,2 8 1,2 6-1,2 4 0,2 4 1,-1 1-848,0 4 542,-5-5 1,2 1-1,-5-6 1,0-3-1,0-10 1,0-8-1,0-10-2036,0-4 1677,0-8 509,0-1 0,-4-35 0,-3-19 0,0-1 0,1 1 0</inkml:trace>
  <inkml:trace contextRef="#ctx0" brushRef="#br0">4193 11075 7957,'0'18'95,"0"3"1,-1 2 966,-3 2-957,2 0 1,-3 5-1,5 3 1,0 3 0,0 3-1,0 1 1,0 0 70,0-5-724,5 3 0,-2-14 0,4 1 548,-2-7 0,5-37 0,-3-10 0</inkml:trace>
  <inkml:trace contextRef="#ctx0" brushRef="#br0">4193 10914 7957,'-12'-4'190,"-1"0"0,5 0 0,0 2 344,-2-2 1,0 1-1,1-5 412,0-2-833,7 5 1,-4-2 0,6 3 0,2-3-1,2-1 246,4 0-281,3 5 1,-3-3-1,1 6 1,0-1-1,2-2 14,2-1-512,-6 0 0,2 5 0,-3 2 1,-1 2-621,1 2 408,-2 2 1,-4-1 631,0 0 0,-6 11 0,-1 8 0</inkml:trace>
  <inkml:trace contextRef="#ctx0" brushRef="#br0">4205 11249 7957,'-8'4'309,"0"2"758,-2 0 1,3-3-491,-1 1 1,5-4-1,-1-4 1,3-4-182,1-3 0,5-1 0,4-1-366,2 1 1,1-1 0,0 0 0,1-1 0,-2 0 0,0 3 0,-1 0 0,1 1 0,-2 1-259,2 0 0,0 7 0,2-3-158,-1 4 397,0 1 1,-3 6-1,-2 2 1,0 3 0,-2 1-1,2 1 1,-2-1-280,1 1 229,4-1 0,-8 0 1,5 1-1,-1-1 1,-2 1-1,0-1-494,0 0 481,6 1 1,-9-1-1,3 1 1,-2-1 0,-2 0-1,0 1 1,-2-1 98,-2 1 99,3-1 1,-10-1-1,3-1 1,-3-2-1,-2 0 1,1-1-1,-1-1 644,1-1-657,-1-4 0,1 5 0,0-5 0,-1 2 0,1 1 0,-1-1 0,1-2 763,0-1-810,5 0 0,-4 0-397,2 0 1,5 0-845,4 0-363,6 0-210,6 0 1238,1 0 1,-5 0 489,0 0 0,-5-5 0,2-2 0</inkml:trace>
  <inkml:trace contextRef="#ctx0" brushRef="#br0">4652 11088 7918,'-12'12'247,"-1"5"0,1-1 1,1 1-1,3-1 1,2 2-1,2 0 1,0 1 346,1 1 0,3-1 0,3 2 1,2-6-628,2-6-1313,-4 2 0,8-8 1346,-3 5 0,9-60 0,2-11 0</inkml:trace>
  <inkml:trace contextRef="#ctx0" brushRef="#br0">4677 10939 7897,'-6'-7'229,"5"1"0,-5 12 0,6 2-229,0 3 0,17 29 0,4 7 0</inkml:trace>
  <inkml:trace contextRef="#ctx0" brushRef="#br0">4739 11212 7749,'-11'33'-79,"3"0"1,-6-1 0,4-1 0,0-6 1995,-1-7-1690,6-4 0,-1-10 0,6-8 0,2-13 0,2-9 34,4-7-308,9-3 1,-3 0 0,2 3-1,-2 6 1,0 3 0,1 5 0,1 2-138,0 6 105,-3-1 0,0 11 0,-1-1 1,-1 9-1,-1 11 0,-3 8 79,-2 7 0,-7 5 0,-3 4 0,-2 4 0,1 1 0</inkml:trace>
  <inkml:trace contextRef="#ctx0" brushRef="#br0">5272 10988 7941,'-1'-11'696,"-3"3"1,2 8-1,-2 8 1,3 5-44,1 3 0,0 5 1,0 8-1,0 5-556,0 6 0,-4 3-307,0 3 0,-1 0 0,5-4 1,0-4-1,0-3 210,0-6 0,12-36 0,1-10 0</inkml:trace>
  <inkml:trace contextRef="#ctx0" brushRef="#br0">5434 10914 7941,'0'-12'603,"0"-1"0,-2 2 721,-2 3-899,3 8 0,-5 8 0,6 9 0,0 3 1,0 5-1,0 3 0,2 1-928,2-2 164,3 5 1,4-6 0,-2 3 0,-1-4 338,2-4 0,-10 8 0,-1-3 0</inkml:trace>
  <inkml:trace contextRef="#ctx0" brushRef="#br0">5198 11175 7941,'-13'0'306,"1"0"0,4 0 587,0 0 0,6 0 0,2 0-357,7 0 1,5-2 0,5-2-1,4-4-1111,2-3 0,2-2 0,1 1 575,3 0 0,25-1 0,11 1 0</inkml:trace>
  <inkml:trace contextRef="#ctx0" brushRef="#br0">5632 11187 7941,'-7'-1'492,"3"-4"0,4 0 0,3-5 0,4 3-289,4 2 0,-2-5 0,8 3 0,-3 0-472,-2 3 152,0 3 0,1-3 1,-1 1-1,-1 4 1,-2 6-1,-5 4-901,-3 2 936,-1 5 0,0-3 0,0 5 1,0 3-1,-1 0 0,-3 2 1,-3-2-242,0-2 551,-4 2 1,5-5 0,-2 3 0,2-5 0,2-2 0,0-1 1084,1-1-1367,2-5 0,7-2 1,2-6-1,3-3 1,1-4 53,1-3 0,-1-19 0,-1-8 0,2-3 0,0 1 0</inkml:trace>
  <inkml:trace contextRef="#ctx0" brushRef="#br0">5223 11261 7941,'-9'13'0,"1"-1"466,-2 1 0,4-5 0,-1 0 4,1 2 0,3-1 0,8 0 0,3-5 0,4-4 0,5-4 0,3-5-558,4-2 1,6-5 0,5-2 0,5 0 87,5 0 0,-1 0 0,4-3 0,5 1 0,-1 1 0</inkml:trace>
  <inkml:trace contextRef="#ctx0" brushRef="#br0">5781 10790 7934,'-8'0'0,"-1"0"1009,0 0 1,2 0-324,-1 0 1,5-1 0,0-2 0,6-1 0,5 1 0,4 0-687,5-1 0,24 8 0,12-2 0</inkml:trace>
  <inkml:trace contextRef="#ctx0" brushRef="#br0">6091 11286 7891,'-23'0'657,"2"0"0,3 0 0,6 0 595,-1 0 0,2-1-1113,3-3 1,8 1 0,10-5 0,3-2 0,5-1 0,2-1 0,2-2 0,1-1 0,2-2-318,0 2-254,-1 1 1,-3-2 0,-2-1-1,-2 2 1,-5 2 0,-3 4 0,-4 1-1845,-2-2 2265,-2 4 1,-6-3 0,-5 5-1,-5 1 1,-6 3 0,-2 4-1,-2 4 541,0 3-233,6 2 0,-4 5 0,5 2 0,1 5 0,6 3 0,4 1 0,4 0 1306,2 1-1425,1 2 0,7-1 0,5-3 1,8-5-1,4-5 0,4-4 0,1-7 496,-2-4-674,5-3 0,-10-32 0,-1-14 0,4-2 0,1 0 0</inkml:trace>
  <inkml:trace contextRef="#ctx0" brushRef="#br0">6339 11125 8094,'-11'12'0,"1"1"417,2-1 1,4 5 0,-3 1 0,0 1-33,0 3 0,5 1 0,-3 2 0,4 0-343,1 0 1,0-2 0,0-2 0,0-5-437,0-2 1,6-7-1,2-4 42,3-6 1,-3-5 0,0-9 0,2-5 57,1-5 0,-3 0 0,-1-1 0,0 3 368,0 4 0,-4 3 1,2 6-1,-1-1 1505,1 1-1141,-1 5 1,-4 7 0,0 8 0,0 5-225,0 3 0,0-2 0,0 4-1268,0 0 1,1-6 512,3 1 1,-1-8 0,5-9-1,1-4 52,-3-3 1,4 2 0,-4 1 494,1-1 0,1 3 260,4 2 0,-5 4 0,-3 4 1,-1 4-195,1 3-72,-3 2 0,11 10 0,-6 3 0</inkml:trace>
  <inkml:trace contextRef="#ctx0" brushRef="#br0">6600 11187 7927,'-13'12'218,"2"1"1,2-2 0,2-2 609,1 0 0,2-1-612,4 4 0,1 1 0,2-1 0,3 1 0,1 0 0,2 4 0,1 4 0,-2 3 0,-2 5-228,-1 4-176,-3-2 0,3 4 1,-5-1-1,0 0 1,0-1-1,0-4 0,0-4-3017,0-5 3205,0-2 0,-11-38 0,-3-9 0</inkml:trace>
  <inkml:trace contextRef="#ctx0" brushRef="#br0">6637 11187 7927,'-2'-14'0,"0"-1"709,-2-2 0,-1 5 393,5 4 1,2 5 0,2-1 929,4 3-1919,9 1 0,-3 0 1,3 1-1,0 2 0,0 2 1,-2 1-1,-1 1-1165,-2-1 703,0 3 1,-5 7 0,-3 1 0,-2-1 0,-2 2 0,-2 3 0,-2 1-1915,-4-1 1443,-3 2 820,-7-9 0,-23 9 0,-12-3 0</inkml:trace>
  <inkml:trace contextRef="#ctx0" brushRef="#br0">6860 11113 7893,'-7'12'147,"0"0"1,5 1 2011,-3-1-1948,1 1-211,10-7 0,34-39 0,-13 9 0,0 0 0</inkml:trace>
  <inkml:trace contextRef="#ctx0" brushRef="#br0">6947 10914 8056,'-19'14'239,"2"2"0,3-2 0,3 4 1,3-1 497,4-1 0,3 6 0,1-3 0,0 2-808,0 0-216,0 5 0,5 0 0,2 5 0,1-3 1,-1 1-1,0 0 0,-1 0-2017,-1 0 2004,5-5 0,-8-2 0,5-6 0,-1-1 300,-3-1 0,15-57 0,2-13 0</inkml:trace>
  <inkml:trace contextRef="#ctx0" brushRef="#br0">7183 11175 7928,'-6'17'31,"3"-3"1,-3 4 0,-1 0 151,0 3 1,4-3 0,-1 0 0,1-2-112,-1 1-273,3-1 0,-5-3 0,7-2 0,4-3 0,4-5 0,5-6-1658,3-5 1859,-1-3 0,1-17 0,1-6 0,2-4 0,0 1 0</inkml:trace>
  <inkml:trace contextRef="#ctx0" brushRef="#br0">7270 11212 7872,'6'-13'0,"-1"1"0,-4-2-53,-1-2 0,1 2 0,2-3 574,1 4 0,0 4-25,-4 1 1,0 7-1,2 1 1,0 6-89,3 6 0,-1 5 0,-3 4 0,2 3-158,1 0 0,2 7 0,-4 2 0,2 1-361,-1-1 1,0 2 0,0-5 0,1 2 141,-1 2 0,-2 1 1,-2-2-1,-4-3-9,-3 0 1,-3-4-1,-3 3 1,-2-4 4,-5-4 1,-2-3 0,-3-6 0,-2-1-1429,-1-2 1401,-5-4 0,-4-11 0,-6-5 0,-5 1 0,-1 0 0</inkml:trace>
  <inkml:trace contextRef="#ctx0" brushRef="#br0">2531 12390 7899,'-2'14'64,"0"1"1,-3 3 0,3 0 0,0 1 0,2 0-1,0 3 342,0 2 0,4 5 0,2 1 0,1 0 141,2 1-472,3-2 0,0-9 1,0 0-1,1-4 1,1-5-1,1-5 0,1-5 625,-1-1-578,-1-6 0,-1-7 0,-1-12 0,0-7 0,-1-5 0,-2-4 0,-5-5 756,-3-2-898,-1 4 0,0-3 0,-1 6 1,-3 1-1,-5 1 0,-3 2 0,-3 2-584,-2 7-354,1 4 0,3 13 958,1 3 0,-6 46 0,-1 18 0</inkml:trace>
  <inkml:trace contextRef="#ctx0" brushRef="#br0">3250 12675 7998,'-12'0'529,"-1"2"1,1 0 904,0 2 1,5-5-810,3-7 1,6 1-505,2-1 1,6 5-1,-2-3 1,3 2-1,2 0-121,-1 1 0,12 13 0,2 4 0</inkml:trace>
  <inkml:trace contextRef="#ctx0" brushRef="#br0">3883 12390 7998,'-21'4'-298,"1"0"0,4 0 0,0-4 0,2 0 597,2 0 0,1 2 1,1 0-232,2 3 1,5 0 0,-1-1 0,2 6 0,2 5 0,0 6 0,2 2 0,2 2 0,4 0-494,3 0 318,2-1 1,3 0 0,2-5 0,1-5 0,3-6 0,2-2 0,1-5-429,0-4 590,-1-4 1,0-9-1,-2-3 1,-3-3-1,-2-6 1,-5-2-1,-4-3 790,-2 1-814,-2-4 1,-5 10 0,-4-4 0,-3 2-1,-3 3 1,-3 6 0,-1 5-1709,-1 6 1677,-1 2 0,-12 67 0,13-23 0,-1 0 0</inkml:trace>
  <inkml:trace contextRef="#ctx0" brushRef="#br0">4230 12613 7957,'-5'17'108,"-4"-1"1,0 1 0,1-5-269,3 1-938,4-7 1098,7-6 0,22-34 0,12-13 0</inkml:trace>
  <inkml:trace contextRef="#ctx0" brushRef="#br0">4404 12365 7957,'-6'13'0,"0"-1"-4,-1 0 0,-3 5 1,6 1-1,1 0 109,2 0 1,1 2 0,0-3-1,0-2 429,0-1-818,5-2 1,2-1 0,6-3 0,-1-3 0,0-4 0,2-1 0,1 0 283,2 0-61,-1-6 1,-3 0 0,-1-8 0,1-3 0,-1-2 0,0-2 0,1 2-231,-1 1 439,1-4 0,-5 8 0,-1-2 0,0 3 296,0 5-405,-5 8 1,4 11-1,-6 7 1,0 0 0,0 1-1,0 0 1,0 2 110,0-2-236,-6-1 1,5-5 0,-3-1-745,2 1 753,2-7 1,2 0 0,1-7 0,2-2 0,1-3 76,-1-1 0,-1 5 0,-9-4 0,-2 6 0</inkml:trace>
  <inkml:trace contextRef="#ctx0" brushRef="#br0">4565 12192 7791,'-12'-7'164,"-1"2"0,1 4 0,0 1 1,-1 0-1,1 0 0,-1 0 0,1 0 476,0 0 0,-1 4 1,1 2-1,1 1-458,2 2-179,-2 2 0,9 6 0,-5-1 0,1 1 1,3-1-1,2 1 0,1 0 319,0 0-556,0-3 0,0 6 0,1-5 0,2 1 0,3-1 0,1-1 0,2-1-17,2-1 281,2 0 0,1 1 0,1-1 0,3-1 0,0-1 1,1-2-1,-1 0 499,0-1-474,4 4 0,-7-5 1,4 3-1,-1-2 1,-3 0-1,-2 0 1,-4 3 728,0 1-633,-7 1 0,4 1 0,-6 0 1,-2 3-1,-2 1 0,-5 1 1,-5 2 207,-3-1 0,-5-4 1,3 2-1,-2-4 135,1 0-782,4-6 1,-6-2 0,6-5 0,1 0 0,1 0 0,2-1 287,-1-3 0,-10-25 0,-3-11 0</inkml:trace>
  <inkml:trace contextRef="#ctx0" brushRef="#br0">21399 1166 8244,'-5'-11'-105,"-4"3"1,-2 2-1,-1 2 1,0 0-86,-1 1 3038,6 2 0,2 2-970,5 3-1737,0 3 0,1 11 1,2 4-1,1 6 0,-1 6 1,0 6-1,-1 5-765,3 4 418,-1 6 0,1-6 0,3 1 0,3-9 0,3-6 0,1-6 0,3-4-681,2-5 906,0-7 0,5-9 1,0-10-1,1-6 0,0-9 1,0-6-1,-3-8 188,-4-5 1,-3-4 0,-3-7 0,-1-1-104,1-2-275,-1 6 1,-5 0-1,-2 3 1,0 1 0,-1 6-1,-2 7-1197,0 11 1,2 13 1367,0 11 0,-5 53 0,-3-18 0,1 1 0</inkml:trace>
  <inkml:trace contextRef="#ctx0" brushRef="#br0">21871 1625 8179,'-6'-13'144,"-2"1"1,1 1-1,0 1 1,2 2 1487,2-2-1267,-4-1 0,4 3 0,-5 0 1,-2-2-129,-1-1 1,-1 4 0,1 4-172,3 6 1,-2 8 0,4 7 0,1 1 0,-1 5-77,4 3 0,0 1 0,2 4-77,0-2 0,0-1 0,2-4 1,2-2-1,4-2-71,3-5 0,1-3 0,1-5-58,-1-4 0,5-2 0,1-5 0,0-4 0,1-7-180,0-4 0,-4-4 0,2-5-24,-3-2 1,-2 0 0,-1 4 0,-1 0 0,-3 2-67,-2 2 0,-1-1 1,-4 5 503,0 2 0,0 6 0,0 3 306,0 5 0,0 3-24,0 11 0,0-1 0,0 1 0,0-1 0,0 1 0,0-1 1175,0 0-1234,0 1 1,0-5-1,0 0 1,2 2 0,0 1-115,3 1 0,0 1 0,-2-1 0,1 2-163,-1 2 1,0 0 0,-1 3-1,2 0-82,-1 0 0,-1 1 0,-2 0 1,0-3-336,0-3 396,5-2 1,1-12-1,2-8 1,-4-10 74,-3-5 1,3-6-1,2-2 1,0 1 88,-1 0 0,5 1 1,-3 4-1,1 0 74,0 0 1,-4 2-1,5 2 1,0 6-43,2 5 1,2 1-1,-1 3 1,0 1-212,1-1 1,-1 2-1,1 4 1,-1 0-438,0 0 1,1 0-1,-1 0 509,1 0 0,-1 0 0,0 0 0</inkml:trace>
  <inkml:trace contextRef="#ctx0" brushRef="#br0">22702 1116 8089,'-13'0'371,"1"0"1,0 0 0,-1 0-63,1 0 0,4 0 1,-1 2-1,0 2 1,-2 5-1,-2 8 0,1 9 1,-1 10 92,1 8 1,4 14-1,-1 5 1,1 3 73,1 2-498,2-2 1,9-9 0,3-4 0,2-3-1,7-6 1,2-8 0,4-11-947,1-12 662,2 0 0,4-12 1,0 2-1,-3-7 306,-4-9 0,-4-18 0,-2-11 0,1-4 0,-1-1 0</inkml:trace>
  <inkml:trace contextRef="#ctx0" brushRef="#br0">22876 1215 8035,'-13'-4'0,"2"-1"335,3-2 1,-2 3 1240,6-5 0,0 5 1,5-3-42,3 2-1480,-2 6 0,10 9 0,-1 9 0,4 7 1,1 6-1,-1 5 0,0 5-291,1 2-113,6 1 0,-2 1 1,5-2-1,-1-3 1,1-4-1,0-4 1,0-2-3337,0-4 3685,-6-6 0,4-31 0,-3-12 0</inkml:trace>
  <inkml:trace contextRef="#ctx0" brushRef="#br0">23260 1253 7982,'-21'0'0,"1"1"661,-2 3 1,0-2-1,0 3 1,2 1 198,2 2 1,-2 1 0,2 2 0,-2 1-242,-2 1-693,4 8 1,-5-2 0,2 7 0,-2 3 0,0 4-1,0 3 1,4 0-2120,1-3 1792,-4 3 1,8-10 0,-1 3-1,6-4 401,4-4 0,15-26 0,4-10 0</inkml:trace>
  <inkml:trace contextRef="#ctx0" brushRef="#br0">23397 980 7982,'0'-13'157,"0"1"1,0 0 1587,0-1-1513,0 1 1,1 1 0,3 1 0,4 3-1,3 2 1,2 2 744,-1 2-379,1 1 1,-1 5 0,2 5-1,1 5 1,1 6 0,0 3 0,-3 5 2188,0 4-2602,-1 3 1,-1 3 0,-1 1 0,-3 2 0,-2 3 0,-2 0-1,-2 1 99,-1-1-490,0 0 0,-1 0 1,-3-4-1,-4-4 1,-3-2-1,-3-4 0,-1 0-3193,-2-4 2687,1-6 0,-1 1 0,-1-6 712,-1 0 0,-46-14 0,25-2 0,0-1 0</inkml:trace>
  <inkml:trace contextRef="#ctx0" brushRef="#br0">23942 1352 7985,'-5'-7'1366,"2"1"849,-5 6-1911,5 0 1,3 5 0,8-1-303,3-2 0,7 4 1,2-2-1,0-1 1,1 0-1,2-1 0,2 3 1,1-3-1,-2 0-2,-1-2 0,23 11 0,6 2 0</inkml:trace>
  <inkml:trace contextRef="#ctx0" brushRef="#br0">23843 1662 8447,'-5'7'1236,"5"-3"0,9-3 0,9-1 0,1 0-1297,4 0 0,0 0 1,3 2-1,3 0-748,4 3 683,3-1 126,1-4 0,4-5 0,5-1 0,4-1 0,-1 0 0</inkml:trace>
  <inkml:trace contextRef="#ctx0" brushRef="#br0">24774 1042 7996,'-13'0'406,"1"0"1,1-6-1,2-2 1,7-3 0,4 0 482,7 3 1,2-2 0,3 5 0,1-1 474,1 1-1180,6-5 0,-7 4 0,5-3 0,-1 0 1,0 0-1,3-2 0,2-2 27,1 1 0,5 1-455,3 3 1,3-3 0,1 4 0,-1-2-1,-2 3 1,-2 0-1051,-2 3 1,-1 2 1293,-4 1 0,-50 9 0,-19 4 0,-2 1 0,0 0 0</inkml:trace>
  <inkml:trace contextRef="#ctx0" brushRef="#br0">24873 1153 8073,'-6'7'1374,"5"4"0,-3-9 0,8 2-886,4-3 0,-1 3 0,1 0 0,2 1-325,1 0 1,1-2 0,1 5 0,-1 2 306,1 1-542,5 1 1,-5 1 0,5-1 0,0 0 0,1 1-1,2-1 1,-2 2-805,-1 3 629,-1 2 1,-9 2 0,-1-1 0,-1 2 0,-5 2 0,-4 0 0,-6 1-222,-7 0 0,-3 4 0,-7 0 1,-2-1 31,-1-2 417,0-7 1,3 4 0,-1-3 0,-4-1 0,1-1 0,0-2 0,2 1 877,2-2-248,-4-1 1,5-7 0,0-2 2919,7 1-3277,15-10 0,10 4 0,14-10 0,4 2 0,2-2 0,4-1 0,-1-1 84,0-1 1,3 5 0,-2 1 0,-1 0-428,0 0-116,5 5 1,-4-4 0,7 6 0,-1 0 0,1 0 0,2 1 0,0 2-2229,-4 1 0,1 6 2433,-3-2 0,-4 9 0,0 2 0</inkml:trace>
  <inkml:trace contextRef="#ctx0" brushRef="#br0">25816 1029 8012,'-13'-5'429,"1"-3"1,1-3-1,2-2 286,5 1 0,3-1 0,1 1-110,0 0 1,0 3 0,0 4 0,0 3 319,0 8-844,0 4 0,0 7 1,0 4-1,0 5 0,0 6 1,0 8-1,-1 7 352,-4 8-482,4-1 0,-4 10 0,5-1 1,1 0-1,3-1 0,4-7 1,5-10 68,3-10 41,4-7 0,2-15 0,0-4 0,1-8 0,-1-8 1,2-9-1,-1-13 839,2-10-878,0-11 1,-6-1 0,-1-4 0,-2 0-1,1-1 1,-2-2 0,-2 3-360,-5 4-95,-3 4 0,-1 11 0,1 3 0,-3 5-2871,0 6 3303,-2 21 0,-11 53 0,4-12 0,0 0 0</inkml:trace>
  <inkml:trace contextRef="#ctx0" brushRef="#br0">26349 1513 7932,'-1'-7'771,"-4"3"0,4-3-303,-3-1 0,3 1 0,-1 0 154,-2 2-439,3-5 1,-5 7 0,5-5-1,-3-2 295,-5-1-460,4 4 0,-6 2 0,3 5 0,-3 1 0,-2 3 0,1 5-481,-1 2 266,1 1 0,0 6 0,-1 3 0,2 2 0,1 2 0,4 0 0,0 0-758,3-1 972,2-4 0,1 2 0,0-6 0,1-2 0,3-3 0,5-4 1,2-2 312,1-2-301,6-1 0,-3-8 0,5-2 0,-1-3 1,-1-2-1,0 0 0,-2-3-12,2 0-27,-10-1 1,9 5 0,-9-1 0,3 1-32,2 0 1,-6 6 0,-3 6-34,-3 7 1,-2 4-1,-2 2 1,-1 0-286,1 4 1,2-3 0,1 2 358,0-2 0,16-24 0,5-5 0</inkml:trace>
  <inkml:trace contextRef="#ctx0" brushRef="#br0">26523 1513 7932,'-9'0'-84,"1"0"1058,-2 0 0,5 1-188,1 4 1,1-4 0,0 4-795,-1 1 0,0 1 0,4 5 0,0 1-1309,0-1 1187,0 1 1,0-1 0,0 0 0,0 1 0,0-1-103,0 1 351,0-7 1,0-1 0,0-11 0,0-5 955,0-4-855,0-2 0,0 5 1,0-1-1,1 1 0,2 0 1,1-1-1,0 1-144,2-1 1,-3 1-1,5 1 1,2 3-703,1 4 626,1-3 0,34 11 0,7-3 0</inkml:trace>
  <inkml:trace contextRef="#ctx0" brushRef="#br0">27019 1104 7932,'-6'-13'1685,"-2"1"1,-3 1 565,-1 3 0,-1-2-1112,1 6 0,-1 5-1139,1 8 0,0 3 0,-1 5 0,1 5 0,-1 5 0,1 6-375,0 3 281,-1 7 1,5 1-1,1 5 1,2 1 0,2 0-1,3-2 1,5-3-1471,8-3 1170,-1-9 1,12-4 0,-4-9 0,4-3 0,0-5-1,1-3 1,0-8-3745,0-8 4138,0-1 0,-7-24 0,0-9 0,1 0 0,0 0 0</inkml:trace>
  <inkml:trace contextRef="#ctx0" brushRef="#br0">27168 1116 7964,'-13'-1'40,"1"-2"597,0-1 398,5 0 0,1 5 0,8 5 0,0 6-758,2 7 0,10 5 0,-1 2 0,0 3-887,1 4 269,4 3 1,-3 5-1,6 1 1,0-3-1,-1-1 1,0-5 340,-3-4 0,22-9 0,1-2 0</inkml:trace>
  <inkml:trace contextRef="#ctx0" brushRef="#br0">27590 1166 7964,'-13'-7'144,"1"3"1,-1 2 0,1 2 0,-2 0 898,-2 0 1,2 5 0,-3 0 0,2 3-286,-1 6 0,0 0 0,-3 7 1,0 2 61,0 5-859,-2 3 1,-8 6 0,0 2 0,1 1 0,2 1 0,1 1 0,1-1-533,-1 0-1247,5-5 1,4-5 1817,8-7 0,13-21 0,9-6 0</inkml:trace>
  <inkml:trace contextRef="#ctx0" brushRef="#br0">27552 1488 7955,'-12'4'1500,"0"1"1,-1-1 186,1-4 0,6 0-740,6 0-1295,6 0 0,6 0 1,-1 1-1,-1 3 1,-3 4-1,0 3 0,-2 2-2131,1-1 2123,-2 6 0,-4-4 0,0 4 0,0 0 0,0 1 0,0 0 0,-2-1-292,-2 0 658,3-4 0,-6 3-10,3-9 0,24-47 0,3-16 0</inkml:trace>
  <inkml:trace contextRef="#ctx0" brushRef="#br0">27664 1290 7951,'-19'12'300,"2"1"1,5-1 2814,3 0-2888,4-5 0,10-1 0,4-6-227,2 0 0,29-22 0,7-6 0</inkml:trace>
  <inkml:trace contextRef="#ctx0" brushRef="#br0">27937 1067 7901,'-13'-6'272,"1"5"1,1-5 2563,3 1-2242,2 3 0,6-2 1,2 10-1,2 5 0,3 5 1,1 5 1972,0 5-2539,0 4 1,4 9 0,-3 2 0,-2 5-1,-1 2 1,-4 2 0,0 1 387,-2 2-669,-6-2 0,-1 0 1,-5-7-1,-1-1 1,0-3-1,-2-3 1,-2-4 252,2-4 0,-16-5 0,-7 1 0,-3 1 0,1 0 0</inkml:trace>
  <inkml:trace contextRef="#ctx0" brushRef="#br0">28371 1488 10146,'12'0'0,"2"-1"378,3-3 1,2 1 0,7-4 0,2 0-269,1 0 1,1-1 0,-2-4-350,1-1 1,0 1-1,-6-1 1,-1 1-1,-3 0 239,-1-1 0,-29-43 0,0 22 0,0 0 0</inkml:trace>
  <inkml:trace contextRef="#ctx0" brushRef="#br0">28644 1005 8074,'-11'16'0,"1"-1"0,3 2 0,2 1 442,1 2 0,4 8 0,0 4 0,0 6 0,0 6 0,0 6 0,1 4-88,3 2-431,-2 2 1,7-1 0,-3-5 0,-1-5 76,1-6 0,9-19 0,-1-5 0</inkml:trace>
  <inkml:trace contextRef="#ctx0" brushRef="#br0">29153 1265 8074,'-11'-8'63,"2"0"1,0 3 0,5-3 0,1-2 542,1-1 0,2-1 0,0 0-246,0-1 1,6 1 0,2-1 0,5 1-1,2 1 1,3 1 0,1 3 0,2 2-1,-2 2 1294,-3 2-1614,4 1 1,-6 1 0,1 3 0,-4 6-1,-4 7 1,-2 7 0,-3 8-218,-5 4-8,-4 7 1,-10 3-1,-1 5 1,-1-2 0,-2-1-1,1-1 1,-1 0-1418,-1-2 1594,4-11 0,0 2 1,6-11-1,-1-1 543,1-4-339,5-7 1,3-8 0,8-6 0,4-2-1,3-3 1,2 0 0,-1-3 114,1 2 0,3-2 0,1 3 0,-1 1-903,2-1 1,-3 2-1,6 3 1,1-2 591,1-1 0,8-22 0,1-2 0</inkml:trace>
  <inkml:trace contextRef="#ctx0" brushRef="#br0">29550 1513 8074,'-13'0'1420,"1"0"1,4 0 117,-1 0-1496,6 0 0,-1 0 1,8 0-1,5 0 1,2 0-1,1 0-42,1 0 0,21-11 0,6-3 0</inkml:trace>
  <inkml:trace contextRef="#ctx0" brushRef="#br0">30108 1215 8023,'0'-12'62,"0"0"1,0-1 0,0 1 315,0-1 0,0 1 1,0 0 17,0-1 0,-6 1 1,-1-1-1,-1 2 1,0 3-1,-2 4 1,-1 3-1,-1 1 1259,-1 0-1650,1 0 1,-2 6 0,-1 7 0,-3 8 0,-1 6 0,-2 8-1,0 5-1167,1 5 961,-1 9 0,-2 2 0,2 8 0,4-1 0,4-1 0,2-5 1,2-6-1427,5-6 1388,8-8 1,9-8-1,7-10 1,5-6 0,4-8-1,4-5 1,3-4-1273,1-4 1407,6-9 0,-6-2 1,2-6-1,-6 1 0,-3-1 1,-3 1-1,-5 4 104,-6 3 25,-8 3 1,-1 3 0,-4 4-1,0 7 1,-5 9 1488,-4 6-1176,0-1 1,-5 9-1,4-4 1,-1 1-1,1-2 1,1-2 1066,4 1-1429,0-6 0,4-6 0,2-5 0,4-1 0,2-5 0,-1-5 37,0-4 1,-2-6 0,2 3 0,-2 1 175,-1-1 1,-1-3-1,-2 4 1,1 1 31,-1-2 0,-3 4 1,-3-2-1,-3 2-276,0 1 1,-3 2 0,-3 3-1,-1 4-504,1 3 0,-4 1 0,-1 1-910,2 3 1469,7 3 0,8 28 0,6 5 0</inkml:trace>
  <inkml:trace contextRef="#ctx0" brushRef="#br0">30406 1612 8251,'-6'-7'1911,"5"-4"-794,-3 3 1,2 1-812,2-1 1,0 7 0,0 1-501,0 6 1,4 6 0,0 0 0,1 2-284,0 2 1,-4-1 0,5 5 0,-2-1-363,0 0 762,0-4 1,-2 3-1,1-5 1,2-1-1,2-1 541,3-3-364,1-2 1,1-7 0,-1-4 0,-1-3 0,-2-4 0,2-3 0,1-2-126,1 2 0,0 1 0,-1 2 0,-1-1-396,-2 1 1,-3 1-1,3 1 421,1 2 0,2 0 0,2-5 0</inkml:trace>
  <inkml:trace contextRef="#ctx0" brushRef="#br0">30989 1153 8157,'-17'0'240,"1"0"1,0 0-1,3 0 1,0 2-1,1 1 1,1 2 2556,2 2-2643,-2 1 1,6 10-1,-5 4 1,3 6 0,1 5-1,0 4 1,0 4 460,4 5-606,0-3 1,2 5 0,0-4 0,0-1 0,2-6 0,2-7 0,4-4-182,3-1-134,7-6 1,-3-1 0,6-7 0,0-2 0,-1-5-1,1-3 1,0-1 305,-2 0 0,21-49 0,-20 18 0,0 0 0</inkml:trace>
  <inkml:trace contextRef="#ctx0" brushRef="#br0">31125 1253 7957,'-8'-4'-12,"0"-1"0,3 1 1,-1 3 1974,0-3-1445,2 2 0,0-2 1,0 8-1,2 6 144,5 5 1,4 0-649,5 6 1,-2 1 0,0 6-1,2 2 1,0 0 0,4 2-737,-3 0 1,1-5 0,-1 2-272,-1-3 0,0 2 993,1-3 0,-1-9 0,1-10 0</inkml:trace>
  <inkml:trace contextRef="#ctx0" brushRef="#br0">31361 1265 8550,'-24'12'0,"4"1"361,3-1 0,3-3 0,2-3 0,1 1 778,3 0 0,-2-3 57,6 5-1297,0-1 1,2 0 0,0 0 0,-4 2 0,-1 2 0,-2 4 0,-2 2-2014,-2 1 1787,1 1 1,-2 5-1,-1 0 1,-2 0 326,2 0 0,7 0 0,2-1 0</inkml:trace>
  <inkml:trace contextRef="#ctx0" brushRef="#br0">31410 1501 8045,'7'-6'861,"4"1"-202,-2-4 1,2 4-155,1 5-550,0 0 0,1 1 0,-2 3 0,-1 5 0,-4 2 87,0 1-32,-2 0 0,-4 1 0,0-1 0,0 1 0,0-1 0,0 1 0,0-1-50,0 0-67,6 1 1,-5-1-1,3 1 1,-1-1 0,0 0-1,2-1-1551,2-2 1310,-4-4 348,8-5 0,-4-22 0,5-5 0</inkml:trace>
  <inkml:trace contextRef="#ctx0" brushRef="#br0">31559 1265 8045,'-16'-12'0,"-1"-1"0,2 2 1283,1 3-131,7 2 1,3 2 250,8 0-1392,3 0 0,6 4 0,-1 0 1,0 0-1,1 0-11,-1 0 0,23 11 0,5 3 0</inkml:trace>
  <inkml:trace contextRef="#ctx0" brushRef="#br0">31869 1563 7931,'-8'5'0,"0"2"9,-2 0 1,-1 3 0,0-5 1399,3 2 1,-2 1-1248,6 5 0,0-5 0,4 0 1,0 2-1,0 1 0,0 1 1,0 1-1,0-1-9,0 1-385,-6 4 1,4-3 0,-7 4-1,1-1 1,0-1 231,0-1 0,-12-1 0,-6-1 0</inkml:trace>
  <inkml:trace contextRef="#ctx0" brushRef="#br0">32155 1203 7989,'-13'-7'1661,"6"2"1,2 10-1,5 3 1,3 5-1441,5 3 0,0 4 1,10 6-1,0 1-335,3 2-214,-3 6 1,5-5-1,-4 5 1,2-4-1,0 0 1,-1-4-1,0-2-4005,-4-4 4333,-2 2 0,4-26 0,1 1 0</inkml:trace>
  <inkml:trace contextRef="#ctx0" brushRef="#br0">32589 1277 7952,'0'-35'0,"0"2"111,0 4 0,-4 4 0,-2 4 0,-1 5 1052,-2 2 1,-2 7-1,-2 3 1,1 2 30,-1 2-831,1 6 1,-4 2 0,-1 9 0,0 3 0,1 5 0,-2 4-1,0 4 794,0 3-1600,2 1 1,2 2-1,-1 1 1,0 0-1,2-3 1,3-4 0,2-1-3581,1-1 4023,-4-3 0,26-14 0,1-10 0</inkml:trace>
  <inkml:trace contextRef="#ctx0" brushRef="#br0">32639 1463 8680,'-17'2'0,"0"2"518,2 4 1,2 2 0,1 0 0,4-2 406,4 1 0,3 4 1,2 2 198,3 2-1335,3-1 0,1 1 1,1 1-1,-1 1 1,0 3-1,-1 1 1,-1 2-2604,-4 0 2529,0 5 0,-4-4 1,-2 2-1,-4-5 0,-3-3 1,-1-2-1,-1-5-799,1-3 957,-1-4 0,5-6 127,0 0 0,-1-34 0,-3-7 0</inkml:trace>
  <inkml:trace contextRef="#ctx0" brushRef="#br0">32676 1426 8112,'-13'0'-99,"2"2"-396,3 2 495,3-3 0,49-6 0,11-9 0</inkml:trace>
  <inkml:trace contextRef="#ctx0" brushRef="#br0">32936 1054 8596,'-7'-5'3037,"2"3"1,6-3-1983,3 5 1,-2 1 107,2 3-1035,3 9 0,-6 2 1,3 6-1,-1 2 1,0 5-1,1 5 1,-1 4-333,-2 4 0,-1-1-69,0 6 1,0-2 0,0 1 0,0-5 0,0-4-1,0-4-684,0-2 0,-1 3 362,-3-4 0,-3 1 0,-6-2 0,-1 1 0,-1 0 595,-1 1 0,-30 8 0,-13 5 0,18-10 0,0 0 0,0 1 0</inkml:trace>
  <inkml:trace contextRef="#ctx0" brushRef="#br0">29599 1079 8093,'-30'18'385,"4"0"0,-3 1 0,4-5 1,4-4-1,6-1 506,5 2 0,10-4 1,10-3-1,5-2 46,6-2-970,2 0 1,2 0 0,0 0-1,0-2 1,0-1 0,-1-1-1,1 0-487,0-1 52,-6 3 1,1-3 0,-5 3 0,1 0 0,0-2 0,-4-1 467,-4 0 0,-52-7 0,-18-8 0</inkml:trace>
  <inkml:trace contextRef="#ctx0" brushRef="#br0">29624 1153 8093,'-17'11'0,"0"-1"124,-3-2 1,5 1 0,-3 2 0,2-2 405,-1 0 0,1-1 0,5 4 914,2 1-1223,-2-6 1,10 4-1,-3-3 1,2 3 0,2 1 146,0 1-309,0 5 0,0-5 0,0 5 0,2 0 0,0 1 0,4 1 0,1-2-67,3 0 0,-2-3 1,3 4-1,1-1-114,-2-3 1,2-1-1,-5-2 1,1 1-270,1-1 1,-7 1 0,3-1-54,-4 0 0,-7 1 1,-2-2 193,-3-3 0,-5-2 0,-1-6 1,2 0 144,1 0 0,2 0 1541,-1 0-1045,6 0 0,7 0 0,9 0 0,2 0-106,1 0 1,2 0 0,1 0 0,3 0-308,1 0 1,-4 0 0,3 0 0,-1 0-701,-1 0 0,1 0 1,-3 0 721,2 0 0,-2-6 0,4-1 0</inkml:trace>
  <inkml:trace contextRef="#ctx0" brushRef="#br0">29190 2046 8093,'-13'6'430,"5"-5"0,3 3 0,3-2 96,8-2 0,-1 4 1,4 0-1,2-1-685,4-2 37,-1 5 1,3-1 0,-6 5 0,-1-2 0,-2 2 0,1 1 0,-1 1-86,0 1 35,-5-1 1,2 2-1,-5 1 1,0 1 0,-1-2-1,-2-3 1,-2-4-487,-2-1 1,3-2 431,-4-4 0,3-2 1,-1-2-1,0-5 1,3-6-1,2-6 226,1-3 0,0 0 0,0-1 0,0 0 0,0 0 0,0 0 0,0 1 0,0 0 0,0 3 0,0 4 415,0 4 1,-2 5-1,-2 1 1,-3 3 887,1 5 0,0 5-1279,6 6 1,0 1 0,0-1 0,3-1 0,4-3-817,5-4 792,9-2 0,15-2 0,8 0 0,6 0 0,0 0 0</inkml:trace>
  <inkml:trace contextRef="#ctx0" brushRef="#br0">29562 1984 8093,'12'0'43,"-1"2"404,-2 2 1,2-1 1502,-3 5-572,-2-5-1158,-1 2 1,-6-3-282,-3 2 1,-3-2 0,-6 7 0,-1 0-184,-2 2 1,1 2 0,-5-1 0,3 1 33,1-1 1,3 0 0,0 1 0,1-1 240,-1 1 1,6-1 0,3 0 94,3 1 1,6-2 0,5-3 0,5-4-141,6-2 1,-2-2 0,2 0 0,1 0-402,1 0 1,-2 0 0,0 0 414,1 0 0,18-33 0,5-9 0</inkml:trace>
  <inkml:trace contextRef="#ctx0" brushRef="#br0">29760 2009 7221,'7'0'1607,"4"0"0,-9 6-1473,2 2 1,-3 3 0,-1 1 0,0 2 140,0 3-211,0-4 0,0 10 0,0-6 0,0 3 0,-1 2 0,-3 1 1,-3 1 214,0-4-341,-4 4 1,8-5 0,-5 4 0,0 0-1,-1-4 1,1-1-493,-2-3 22,-1-1 1,3-7-1,1-5 532,2-4 0,3-37 0,5-18 0,1-4 0,-1 0 0</inkml:trace>
  <inkml:trace contextRef="#ctx0" brushRef="#br0">29798 1848 8093,'-24'18'0,"4"1"566,3 0 0,9-5 0,5-7-566,6-1 0,31-8 0,13-5 0</inkml:trace>
  <inkml:trace contextRef="#ctx0" brushRef="#br0">24525 4080 8175,'-20'-1'0,"0"-2"79,3-1 1,0 0 0,5 4-1,-1-1 788,1-4 1,-1 4-1,1-3-542,0 3 0,-1 2 0,1 3 1,-1 4-1,0 5 0,-3 3 0,0 6 1,-1 6 207,-1 5 1,3 8 0,-5 8 0,-1 7-336,2 10 1,9-28 0,2 0 0,2 1 0,1 1 0,0-2 0,1-1-255,2-1 0,0 0 1,1 30-1,2-11 1,3-8-1678,5-8 1418,2-10 0,7-3 0,1-7 0,0-2 0,-1-6 0,-1-6 0,-1-3-424,-1-2 0,-1 0 1,-1 0-1,-1 0-1151,0 0 1379,1-6 0,-1-2 511,1-9 0,-1-24 0,0-11 0</inkml:trace>
  <inkml:trace contextRef="#ctx0" brushRef="#br0">24525 4825 8175,'-8'11'-173,"0"-3"1,0 3-1,-5-3 761,1 3 0,4 2 1,1-1-1,1 0-310,3 1 1,2-1 0,1 2 0,1 0-268,4-2 9,1 3 1,7-9-1,-1 2 1,2-4-1,1-2 1,3-2-1,1-2-154,3-2 154,-4-3 0,4-5 1,-5-2-1,-1-3 0,0-3 1,-3-2-1,-3 0 677,-3 1-625,-3 0 1,-4-3 0,0 0 0,-1 3 0,-3 5 0,-6 2 0,-4 2-82,-2-1 0,-5 6 1,3 3-1,0 3-465,0 1 0,2 0 1,3 1 473,1 3 0,16 14 0,4 9 0</inkml:trace>
  <inkml:trace contextRef="#ctx0" brushRef="#br0">24848 4763 8274,'-12'0'660,"-1"4"113,1 0 0,5 5 0,3 0-604,2 2 0,2-3 1,0 0-1,2 2-701,2 1 352,3-4 1,4 4 0,-2-3 0,0 3 0,0 0 0,2-1-976,2-2 1352,-1-5 0,1 2 0,-1-5 0,-1-2 0,-1-5 0,-3-7 1183,-2-4-1198,5 3 1,-8-9 0,5 4-1,-1-4 1,-2 0 0,0 0-183,0 3 0,6-13 0,-3 1 0</inkml:trace>
  <inkml:trace contextRef="#ctx0" brushRef="#br0">25443 4353 8074,'0'-12'161,"0"-1"0,0 1 1625,0 0-1349,0-1 1,0 5 0,-1 1-1,-3 2 1,-4 2 0,-3 1 765,-2 2 0,1 7-1008,-1 6 1,1 5-1,0 8 1,-1 3 0,1 4-1,1 3-97,2 1 1,4 0 0,5 2-530,0 2 0,3-4 0,4 2 0,6-6 0,4-3-882,1-2 0,4-3 1,-1-5 636,2-3 0,-2-3 0,-2-3 676,-1-3 0,4-25 0,-3-10 0</inkml:trace>
  <inkml:trace contextRef="#ctx0" brushRef="#br0">25642 4366 8074,'-17'1'0,"1"2"1124,1 1 1,2 6-1,5-1 429,4 6-1450,8-1 1,3 5-1,7-2 1,1 5 0,3 4-1,1 5 1,3 0-929,2 4 479,-5 0 0,3-1 0,-6-3 1,1 0-1,0-4 0,-1-1 0,-1-2 346,-1-4 0,4-35 0,1-14 0</inkml:trace>
  <inkml:trace contextRef="#ctx0" brushRef="#br0">25989 4353 8404,'-12'0'0,"-1"0"706,1 0 0,0 0 0,-1 0 1,1 0 164,-1 0 0,1 4 1,0 2-1,-1 1 278,1 2-1122,-1 8 0,1-2 0,0 7 1,-1 3-1,-1 4 0,-1 3 1,-3 2-500,-1 2-8,-2 7 0,2-5 0,2 2 0,4-5 0,2-5 0,1-1 0,3-2-3042,2-3 3522,1-5 0,20-29 0,5-5 0</inkml:trace>
  <inkml:trace contextRef="#ctx0" brushRef="#br0">25977 4763 8030,'-7'-6'5464,"3"0"-5313,8-2 0,-1 3 0,4 6 0,-2 3-274,-2 4 0,2 5 0,1 2 1,-1 3-1340,1 1 1171,-2 2 1,0 0-1,0-1 1,-1 2 0,-2 0-1,1 0 1,1-2-1787,1-2 1749,0-2 1,-3-9 327,3-3 0,3-30 0,-1-18 0,3-1 0,1 0 0</inkml:trace>
  <inkml:trace contextRef="#ctx0" brushRef="#br0">26163 4552 8420,'-24'12'0,"4"-1"1429,3-3 1,5 3-1027,4-2 1,5-4 0,10-1 0,5-2-1194,2-2 790,5-6 0,17-1 0,10-5 0</inkml:trace>
  <inkml:trace contextRef="#ctx0" brushRef="#br0">26473 4837 8002,'-12'0'754,"-1"0"1,5 1 0,0 2-228,-2 1 0,3 4 1,0-2-1,2 1 0,2 2 1,2 4-663,1 3 1,0-2 0,0 3-1,0-3 135,0-2 0,0-5 0,0-2 0</inkml:trace>
  <inkml:trace contextRef="#ctx0" brushRef="#br0">26659 4440 7980,'-12'-5'781,"3"3"1,3-3 717,0-1-899,2 5 1,4-6-1,1 4 1,3 0 151,5 5 0,0 5 0,1 9-875,-2 5 0,1 2 0,3 3 1,0 2-1,1 2-399,-1 2 1,1 1 0,-1 3-48,0-3 1,5 3-1,1-4 1,0-1-1,0-3-162,-3-6 0,3-4 1,0-6 730,1 1 0,13-56 0,6-14 0</inkml:trace>
  <inkml:trace contextRef="#ctx0" brushRef="#br0">27044 4440 7980,'-6'-7'304,"-1"-4"1,-5 4 2854,-1 0-2747,7 2 0,-5 5 0,4 1 0,-2 3 1,1 5-1,0 3 0,0 5 646,-1 3-1305,1 9 0,-6 0 0,-1 7 1,-1 3-1,0-1 0,3 1 1,0-2 246,1 0 0,10 6 0,4 1 0</inkml:trace>
  <inkml:trace contextRef="#ctx0" brushRef="#br0">27081 4738 8106,'-8'11'671,"-1"-3"0,7-1 0,-3-3-183,4 4 1,1-1 0,0 1 0,1 1-263,4-2-443,2 9 0,4-8 0,-2 10 1,-1-1-1,1 1 0,-1 1 1,-1 3-1336,-2 2 1451,0 0 0,-5 1 0,0-1 0,0-2 0,-2-3 0,-1-1-1210,-1-3 1311,-5-7 0,4-35 0,3-17 0,-4-5 0,-1 1 0</inkml:trace>
  <inkml:trace contextRef="#ctx0" brushRef="#br0">27255 4465 7938,'-20'12'0,"4"1"474,2-1 1,7 0-1,3 1 1,5-2 282,8-3-757,-1 3 0,59-26 0,-29 7 0,-1 1 0</inkml:trace>
  <inkml:trace contextRef="#ctx0" brushRef="#br0">27590 4204 7938,'-13'5'1151,"1"-1"0,1 1 1981,2-1-2827,4 3 1,5 1-1,0 2 1,1 3-1,3 3 1,5 3 0,2 3 852,1 2-1141,1 6 1,-1 2-1,0 5 1,1 2-1,-2 1 1,-2 1-1,-2 0-606,-1 2 59,-2-4 1,-4 9 0,-1-4 0,-4 0 0,-3-3 0,-4-2 0,-3-2-1936,-2 0 2465,-5 1 0,-9-21 0,-7-3 0,-5 1 0,-1 1 0</inkml:trace>
  <inkml:trace contextRef="#ctx0" brushRef="#br0">27962 4614 7996,'-13'4'64,"1"0"258,-1-1 0,1-2 172,0-1 0,3 0 0,3-1 0,1-2 0,7-3 1482,5 0-1882,4 3 1,5-3 0,1 6 0,-1 0 0,2-1 0,2-2 0,-1-1 264,-3 1-603,4 2 1,-7 1 0,4 0 0,-3 0 0,-2 0 0,1 0 0,-1 0-1161,0 0 0,-1 1 1404,-2 3 0,-31 36 0,-13 14 0</inkml:trace>
  <inkml:trace contextRef="#ctx0" brushRef="#br0">27949 4849 7996,'-31'6'0,"2"1"0,2 0 986,14-2 0,2-4 0,13 2 1,7 1-1,7-1 0,8-1 1082,5-2-2180,2 0 0,2 0 0,0 0 0,2 0 0,-1-2 0,1-1 0,-2-2 112,1-2 0,24-18 0,-25 9 0,-1-1 0</inkml:trace>
  <inkml:trace contextRef="#ctx0" brushRef="#br0">28619 4366 8038,'-8'-5'174,"0"0"539,-2-2 1,3 4-135,-1-1 1,5 4-1,-1 4 1,3 6 0,1 7-1,0 7 581,0 8-1361,0 9 0,0 1 0,0 6 0,0 4 0,0 2 1,0 1-1,-2-2-1953,-2-2 1735,3-7 0,-5-7 0,6-8 0,0-4 419,0-5 0,6-46 0,1-17 0</inkml:trace>
  <inkml:trace contextRef="#ctx0" brushRef="#br0">28594 4366 8038,'-12'-13'-392,"1"1"88,3-1 1022,2 7 1,8 0-1,3 6 1,6 0-1,4 0 1053,0 0-1648,-1-5 0,3 2 0,1-6 0,0 1 0,1 0 0,-1 0 1,1-2 726,0-1-1082,2-1 0,0 3 0,-2 1 0,-1 0 0,-3 1 1,-1 3-1,-2 2 232,1 2 0,-45 17 0,-11 4 0</inkml:trace>
  <inkml:trace contextRef="#ctx0" brushRef="#br0">28669 4514 8038,'-11'20'174,"3"-4"1,-2-2-1,6-2 2559,1 1-2433,2-1 1,6-5-1,3-3 1,3-1-1,3 0 1,1 1-1,2-1-250,-2-2-444,4-1 1,-3 4-1,3 0 1,-1-1-1,-3-2 394,-1-1 0,-41 34 0,-8 7 0</inkml:trace>
  <inkml:trace contextRef="#ctx0" brushRef="#br0">28582 4899 8038,'-12'8'33,"-1"-1"321,1-1 1,5-1 2808,3-1-2848,2-2 0,4 3 0,2-5 0,4 0 1,5 0-1,2 2 0,1 0 575,-1 2-1096,-1 1 0,3-1 1,-1 0-1,-1 0 0,1 0 1,-1 0-1,3-1 206,1-2 0,18-28 0,9-8 0</inkml:trace>
  <inkml:trace contextRef="#ctx0" brushRef="#br0">29128 4328 7840,'-13'-5'-905,"5"4"1657,0-4 0,0 4 1,-5 1-1,1 0 1,-1 0 2816,1 0-2617,0 0-890,5 0 0,3 0 1,8 0-1,4 0 1,4 0-1,4 0 22,0 0-640,6 0 1,-4 0 0,4 0 0,-1 0 0,1-1 0,0-2 0,-1-3-4145,-5-1 4700,3 5 0,-16-20 0,1 1 0</inkml:trace>
  <inkml:trace contextRef="#ctx0" brushRef="#br0">29215 4254 8038,'-14'8'45,"-3"1"1,4-1 0,-4 4-1,3 1 386,2-1 1,-1 6-1,1 3 1,1 3 29,3 5 0,1 3 0,4 5 0,-1 2-345,1 2 1,2 3 0,-1 5 0,0-3-88,-2 0 0,-2-2 1,3 3-1,-2-5-20,-2-3 1,3 0 0,-3-10-1,1-2 356,4-1 1,0-10-42,2-4 0,2-8 0,2 0 0,4-4-368,3-4 1,3 1-1,1-5 1,3-2-1012,1-1 0,-2-1 1055,3 0 0,15-14 0,6-5 0,6-3 0,0 1 0</inkml:trace>
  <inkml:trace contextRef="#ctx0" brushRef="#br0">29401 4415 8038,'-18'6'129,"3"-3"1,-5 5 1034,2 1 1,6-2-357,4 2 0,5-1 0,0 4 0,5 2 1,5 3-395,4 3 0,-2 4 1,8 2-618,-3 3 1,2-2 0,1 5 0,-2 0 0,0-1-442,1 4 0,-2-6 0,3-3-510,-3-4 0,2-7 0,1 2 1154,-2-3 0,10-46 0,1-11 0</inkml:trace>
  <inkml:trace contextRef="#ctx0" brushRef="#br0">29723 4440 8049,'0'-18'0,"-5"6"0,-2-2 0,-1 6 931,-1 2 1,1 2 0,-4 5-1,-1 5 1711,1 6-2444,-1 1 0,1 10 0,0-2 1,-1 2-1,1 2 0,1 1 0,0 2-341,-2 1 1,4 5-1,-9-1 1,1 2-490,1-2 1,-2 1 0,3-3 0,-2-1-495,2 0 0,1-2 0,3-8 1126,3-3 0,41-47 0,15-13 0</inkml:trace>
  <inkml:trace contextRef="#ctx0" brushRef="#br0">29748 4725 8022,'-5'9'91,"-2"-1"1,-2 0 903,1-1 1,4 3 1024,-4-6 1,6 4-1964,2-4 0,2 2 0,6-4 0,2 4-502,1 1 1,-3 1-1,0 5 1,0-1-132,-1 0 0,-1 2 1,-6 3-1,0 2 243,0 0 0,0 5 0,0-5 0,-1 0-16,-4-2 1,3-5 348,-7-4 0,13-34 0,6-19 0,-2-3 0,-1-1 0</inkml:trace>
  <inkml:trace contextRef="#ctx0" brushRef="#br0">29909 4552 8022,'-24'0'400,"-1"0"0,4 4 0,2 1 0,1 1 1170,3-1 0,8 4-1549,7-5 1,7 0 0,9-4 0,5 0-22,2 0 0,14-5 0,6-1 0,4-1 0,0 0 0</inkml:trace>
  <inkml:trace contextRef="#ctx0" brushRef="#br0">30058 4688 7999,'-12'0'107,"-1"0"0,1 0 574,0 0 0,6 0 0,6 0-454,7 0 0,10 0-227,3 0 0,42-16 0,-25 5 0,-1 1 0</inkml:trace>
  <inkml:trace contextRef="#ctx0" brushRef="#br0">30294 4415 7999,'-12'-7'-80,"-1"3"1,1 3 4535,-1 1-3778,1 0 1,6 1-1,6 3-807,7 5 11,4-4 1,-2 5-1,-1-5 1,1 1-1,1 1 1,0 0-1,-2 1-398,2-1 427,-5 4 0,5-4 0,-5 5 0,1 0 1,-1 1-1,0-2 0,-1-1-10,0-2 153,5 0 0,-6 0 0,5-1-69,2-1 0,-4-4 0,-2-6 51,-3-4 1,-1 1 0,-1 0 318,-3 2-222,2-5 1,-5 9 0,5-5-177,-3 1-184,1 3 0,4-2 0,2 8 1,0 5 78,3 2 1,-1 1 0,-4 2 0,1 1-117,3 2 411,-2 5 1,3-4 0,-5 4 0,0-2-1,0 1 1,2 0 0,0-2-191,2-1 1,5-2 0,-4-3 0,2-2 42,3-3 0,12-14 0,4-7 0</inkml:trace>
  <inkml:trace contextRef="#ctx0" brushRef="#br0">30567 4403 7985,'-11'-8'186,"1"-1"430,2 0 1,4-1 0,-3 0 780,1 2 0,1 5-890,1-1 0,2 8 1,-3 5-1,-1 2-345,-2 1 0,1 6 0,-1 3 0,-2 3 129,-1 5-494,-7-2 1,3 8-1,-4-2 1,0 3-1,-1 3 1,-2 1-1,0 0-1603,1-4 1028,-2 1 0,9-11 0,-1 3 0,5-4 778,6-5 0,30-46 0,9-16 0</inkml:trace>
  <inkml:trace contextRef="#ctx0" brushRef="#br0">30654 4713 7976,'-18'5'-300,"8"-2"0,-2 5 847,1 2 1,1 1-1,2 2 1,4-1 180,2 0 1,8 1-1,2-1 1,3 1-60,1-1-885,1 6 1,-1-4-1,-1 4 1,-1-1-1,-3 4 1,-2 3 0,-2 2-224,-2 3 458,-1-3 1,-4 4 0,-3-6 0,-2-2-1,-5-4 1,0-3 0,0-6 59,2-2 1,0-4-1,1-9-79,2-6 0,14-34 0,7-14 0,2-8 0,-1 1 0</inkml:trace>
  <inkml:trace contextRef="#ctx0" brushRef="#br0">30778 4415 7946,'-20'13'209,"7"-1"1,6 0 614,1 1 1,3-6-1,9-3-824,6-3 0,45-34 0,-21 13 0,1-1 0</inkml:trace>
  <inkml:trace contextRef="#ctx0" brushRef="#br0">30976 4266 7952,'-12'6'922,"-1"-5"1479,1 3-2074,5-2 0,3-2 1,8 0-1,3 1 0,1 2 1,1 1-1,0-1 0,2-2 1,2 1-12,-1 2 0,0-2 0,-1 7 0,-1 0-102,-2 2 0,-3 2 0,1 1 0,0 2-69,-3 5 0,-1 2 1,1 2-1,1 0-127,-1 0 1,-2 5 0,-1 2 0,0-1-587,0-2 303,0 3 1,0-6-1,0 4 1,0-2 0,0-2-1,0-4 1,-1-1 51,-3-2 1,3-2 0,-5 2-1,2-1-22,0-3 504,-6-7 0,3 3 0,-5-2 0,-1 0 0,1 1 0,-2-3 0,-1 0 1442,-1 0-1673,-1-5 1,5 4-1,-1-6 1,1 0 0,-1 0-1,1-1-2349,0-4 1,5-1 2310,3-7 0,-47-32 0,20 18 0,0 0 0</inkml:trace>
  <inkml:trace contextRef="#ctx0" brushRef="#br0">31286 4676 8060,'-8'7'1727,"0"-3"1,4-2-832,-5 3 1,8-4-1,1 3 339,7-3-1140,4-1 1,1-1-1,1-2 1,1-1 0,1 1-1,3 2 1,0 1-892,-1 0 267,6 0 1,-8 0 0,4 0 528,-1 0 0,9-5 0,0-2 0</inkml:trace>
  <inkml:trace contextRef="#ctx0" brushRef="#br0">31733 4291 8018,'-8'0'223,"-1"0"0,0 2 0,-1 2 2132,2 4-2188,2 9 0,6 2 0,0 7 0,0 3 1,0 5-1,-1 8 0,-2 6 267,-1 4-361,-6 8 1,4-9-1,-7 2 1,2-2-1,1-2 1,4-4-1,0-5-384,3-6-185,2-3 0,1-8 1,1-2-1,3-6 0,5-5 1,2-6 495,1-3 0,6-50 0,1-13 0</inkml:trace>
  <inkml:trace contextRef="#ctx0" brushRef="#br0">31783 4415 7944,'-13'-12'372,"2"-1"993,3 1 0,2 4-894,6-1 0,6 7 0,2-2-66,3 2-544,2 2 1,-1 0 0,0 0-1,1 0 1,-1 0 0,1 0-996,-1 0 44,-5 0 0,4 6 1090,-3 2 0,-13 14 0,-4 4 0</inkml:trace>
  <inkml:trace contextRef="#ctx0" brushRef="#br0">31708 4614 7944,'-19'8'1417,"2"0"-855,4-5 1,7 2-1,7-5 1,10 0-329,9 0 1,3 0 0,2 0 0,-2 0-371,-2 0 1,1 0 0,-4 0 0,0 2-932,0 2 0,-2-1 1,-5 5 1066,-2 2 0,-20 23 0,-10 7 0</inkml:trace>
  <inkml:trace contextRef="#ctx0" brushRef="#br0">31696 4924 7944,'-20'0'447,"7"1"391,4 3 0,9-2-454,5 2 1,1-3 0,12-2 0,-1-2-229,-1-1 0,5 0 1,-4 4-1,-1 0 270,2 0-1604,-4 0 1178,9 0 0,19-22 0,10-6 0</inkml:trace>
  <inkml:trace contextRef="#ctx0" brushRef="#br0">31981 4539 7944,'-23'0'1279,"2"0"0,11-1-19,14-3-1195,9 2 1,12-7 0,1 5 0,1-1 0,4 1 0,-1 0 0,0 1-1610,-2 2 1199,-2 1 1,-2 0 0,-2 0-1,-3 0 1,-1 0 344,-3 0 0,-23 11 0,-7 3 0</inkml:trace>
  <inkml:trace contextRef="#ctx0" brushRef="#br0">32130 4514 7944,'-19'9'0,"2"-1"0,3 2 317,2 1 1,4 1 0,1 0 0,1 2 87,3 3 0,2 2 1,1 7-1,0 2-225,0 1 1,0 5-1,0-1 1,-1 3-201,-3 1 19,2 1 0,-5-3 0,5-2 0,-4-4 1,1-1-1,-1-2 0,3-1 15,2-6 1,2-5 0,3-6 0,6-4-277,5-2 0,4-4 1,6 0-1,1-4-652,3-1 914,-2 4 0,25-13 0,0 2 0</inkml:trace>
  <inkml:trace contextRef="#ctx0" brushRef="#br0">32378 4651 7944,'-11'-1'0,"1"-2"1038,2-1-618,0-1 0,0 5 0,1 2 0,1 2 0,3 4 0,2 5 1428,1 3-1717,6-2 1,-5 9-1,3-2 1,-1 4-1,0 2 1,2 2 0,1-1-7,-1-2-636,5-1 1,-3 0-1,4-2 1,-2-2-1,0-5 1,0-3 0,2-5 510,2-4 0,5-52 0,1-14 0</inkml:trace>
  <inkml:trace contextRef="#ctx0" brushRef="#br0">32564 4688 7944,'-19'0'80,"0"0"0,3 0 0,0 0 475,1 0 0,-3 6 0,1 0 1,3 3 1610,5-1-2043,-2 6 1,4 0 0,-4 4-1,1-1 1,3 4 0,0 3-1,2-1-30,-1-2-650,-3 2 0,7-5 0,-2 3 0,3-3 557,1-1 0,22-30 0,5-4 0</inkml:trace>
  <inkml:trace contextRef="#ctx0" brushRef="#br0">32614 4862 7960,'-6'12'595,"3"-5"1,-3-1 2837,0-1-2827,-4-4 0,9 6-700,-3-3 1,3 3 0,2 4-1,2-1-195,1-2 0,0 1 0,-3 3 0,2 0-130,1 1 1,0-5 0,-2-1 0,0 0-515,3 0 0,4-5 933,0 3 0,13-32 0,4-7 0</inkml:trace>
  <inkml:trace contextRef="#ctx0" brushRef="#br0">32725 4713 7960,'-23'4'0,"4"2"0,5-1 492,4 1 0,7-1 1,1-2-521,4 1 1,11 0 0,6-4 27,0 0 0,27-11 0,1-3 0</inkml:trace>
  <inkml:trace contextRef="#ctx0" brushRef="#br0">32837 4477 7943,'0'-19'0,"0"1"0,0 6 0,0-1 417,0 1 0,4-1 0,2 1 0,1 1 27,2 3 0,-2-2 0,1 6 1,2 1-158,1 2-245,1 1 0,1 3 1,-1 3-1,-1 8 1,-2 6-1,-4 4 1,-1 5 197,0 3-143,0 1 0,-4 4 0,0 0 0,0 1 0,0-1 0,0 0 0,0 0 976,0 1-912,0-7 0,0 5 0,0-3 0,-1 3 0,-2 0 1,-1-2-1,1-2 636,2-2-879,-4 5 0,2-9 0,-4 3 0,0-4 0,0-5 0,-3-3 0,-1-3-223,-1-2 1,0 3 0,-1-1-1,1-4 305,-1-4 0,-21 2 0,-10 0 0,-4-1 0,1-1 0</inkml:trace>
  <inkml:trace contextRef="#ctx0" brushRef="#br0">31386 5891 7943,'-20'7'1080,"2"-1"1807,6-6-2688,5 0 0,7 0 1,8-2-1,3-1 0,2-1 1,-1 1-1,1 1 0,-1-1-429,0-1-387,1 0 1,-5 2-1,0 0 617,2-3 0,-4-21 0,-1-1 0</inkml:trace>
  <inkml:trace contextRef="#ctx0" brushRef="#br0">31733 5618 8176,'-12'0'1229,"5"6"1,4 3 0,4 7-1143,3 4 1,5 5 0,-5 5 0,0 6 65,1 4-351,-3 7 0,3-3 1,-6 4-1,-2 1 0,-1-3 1,1 0-1,2-8-864,1-6 1062,0-6 0,5-17 0,2-5 0</inkml:trace>
  <inkml:trace contextRef="#ctx0" brushRef="#br0">31795 5742 7938,'-12'-1'0,"-1"-2"875,1-1 0,5-1 0,4 0-162,6-3 0,5-3 1,7-1-1,3-1-108,2 1-1327,0 5 1,5-3 0,0 6 0,-2 1 721,-2 2 0,-3 29 0,-6 6 0</inkml:trace>
  <inkml:trace contextRef="#ctx0" brushRef="#br0">31807 5879 7938,'-19'12'351,"3"1"0,2-2 0,3-2 351,2-1 0,9-5 1,9 1-1,3-4 220,5-4-1066,2-3 0,6-1 0,0 1 1,-1 0-1,1 2 0,-1-1 144,-4 3 0,-18 30 0,-11 7 0</inkml:trace>
  <inkml:trace contextRef="#ctx0" brushRef="#br0">31845 6127 7938,'-13'19'76,"1"0"0,-1-3 445,1 0 0,2-1 0,6-7-120,8-3 1,7-4 0,6-2-1,5-5-446,6-6 45,-2-1 0,11-10 0,6-5 0,0 1 0,0 1 0</inkml:trace>
  <inkml:trace contextRef="#ctx0" brushRef="#br0">32217 5755 8063,'0'-13'551,"0"1"0,0-1 276,0 1 0,5 4 0,5 0 0,4-2 772,2-1-1644,6 4 1,-4-3 0,4 5 0,-1-1 0,0 1 0,-1 2 0,0 2-2655,-2 1 2194,-2 5 0,-4-2 0,-1 5 1,-2 2-1,-5 1 505,-3 1 0,-23 12 0,-5 2 0</inkml:trace>
  <inkml:trace contextRef="#ctx0" brushRef="#br0">32390 5742 7671,'-12'4'-408,"0"1"1,-1 3-1,1-3 1206,-1 2 0,1 0 0,1 3 0,1-2 514,2 2-1196,5 1 0,-6 2 0,5 3 0,-1 2 0,1 1 0,-1 4 0,-1 3 159,1 3 1,1 10-1,4-2 1,0 2 27,0-1 0,0-5 1,0-1-1,0-3-154,0-6 1,5 0-1,3-10 1,3-3-519,2-3 1,-1-3 0,1-4 0,0-1-365,4-4 1,-3-1 0,2-7-1,-2 1 733,-2-1 0,1-10 0,-1-3 0</inkml:trace>
  <inkml:trace contextRef="#ctx0" brushRef="#br0">32589 5804 7663,'0'-12'-1038,"-4"4"4426,0-1-2734,0 7 1,4-3 0,1 10-1,2 3 1,2 4 0,1 5-357,-1 3 0,5 5 0,-3 3 0,1 1-332,0-2-476,1 5 0,3-6 0,0 3 1,1-4-1,1-4 0,1-5 0,3-3 510,1-5 0,2-34 0,1-14 0,4-5 0,0 0 0</inkml:trace>
  <inkml:trace contextRef="#ctx0" brushRef="#br0">32862 5866 7870,'-2'-12'-468,"-2"0"222,-4-1 0,-3 6 1,-1 3-1,-1 3 1288,1 1 0,-1 0 0,1 1 0,0 3-67,-1 4 1,1 8-1,-1 0 1,1 1-877,0 1 0,-5 1 1,-1 6-1,0 0 76,0-1-660,-4 1 0,8 0 0,-2-2 0,3-1 0,5-2 0,4-2 485,3-3 0,23-12 0,5-5 0</inkml:trace>
  <inkml:trace contextRef="#ctx0" brushRef="#br0">32800 6052 7866,'12'0'924,"1"0"201,-1 0 0,-4 0-870,1 0 0,-5 2 0,3 2 0,-2 4-285,-2 3 0,-2 3 0,-1 1 0,0 3-187,0 1 1,0 2-1,0 4 1,-1 0 58,-3-1 1,1 0 0,-5-2 0,-2-1 305,-1 1 1,-1-5 0,-1-1-423,1-7 1,4 1-1,1-7 274,1-5 0,24-64 0,-4 22 0,0 0 0</inkml:trace>
  <inkml:trace contextRef="#ctx0" brushRef="#br0">32911 5891 7866,'-8'1'220,"0"2"1581,-2 1-884,5 1-917,5-5 0,34-17 0,13-4 0</inkml:trace>
  <inkml:trace contextRef="#ctx0" brushRef="#br0">33147 5593 7866,'-12'0'789,"-1"0"0,5 0 599,0 0 0,6 0 1,2 0 185,7 0-1387,4 6 0,2-3 0,-1 4 0,1 0 0,-1-1 0,0 4 1,1 2 929,-1 5-980,1-3 0,-1 5 1,-1-4-1,-1 3 1,-2 1-1,0 3 1,0 2 93,1 1-282,-6 5 1,3-1 0,-3 7 0,1 2 0,-1 2 0,-2 3 0,-2 3-760,-3 2 707,3 1 0,-6-6 1,4-4-1,-1-6 0,0-3 1,-1-4-1,1-4-339,2-5 510,-5-3 1,4-3 0,-4-2 0,0-2 0,0-1 0,-2-4 547,-2 0-400,-2-2 1,1 0-1,-1 0 1,1 0 0,0 0-1,-1 0 1,1 0 195,-1 0 0,-3 0 0,-1 0-1063,2 0 1,1-4 0,2-2 650,0-1 0,-12-7 0,-2-5 0</inkml:trace>
  <inkml:trace contextRef="#ctx0" brushRef="#br0">28607 5383 8166,'-13'0'-453,"1"0"0,4 4 112,-1 0 521,7 0 1,-2-8 0,8 0 0,4 0 0,3-2-1,1-1 1,2-1 0,3 1 0,3 0 789,4 0-898,1 5 0,4-8 0,1 4 1,3 1-1,4-2 0,5 1 0,2 1 37,3 2-153,1 2 0,-1 1 1,-1 1-1,3 2 1,-2 2-1,2 2 1,4 2-589,4-3 644,10 6 0,2-11 0,-33 1 0,1 0 0,-1-1 0,-1-1 0,36 0 0,-35 0 0,1 0 0,1 0 0,1-1 102,2-1 1,1 0-74,-2-1 1,-1-1 0,2 0-1,-2 0 1,-2 0 0,-2 1-1,33-4 1,-8 1 0,-3 1-1,-5 1 290,-1-2-419,-1 5 0,-1-5 0,0 6 0,-5 0 0,-7 2 0,-7 1 0,-3 2 1,-3 2 1,0-3 0,-4 3 0,-2-2 72,0-2 1,2-1 0,4-2-1,0 0-1,-4 0 0,-2 0 0,-5 0 1,-2 1-467,-3 3 0,3-3 1,-5 6 480,2-2 0,-3-10 0,-5 4 0</inkml:trace>
  <inkml:trace contextRef="#ctx0" brushRef="#br0">28371 5854 8133,'-12'0'176,"-1"0"1,1 0-1,-1 0 1,1 0-1,1 1 1148,3 3-1429,2 3 1,6 7 0,0 3 0,0 2 0,0 2 0,0 1 0,0 2-584,0 4 0,0 0 688,0-8 0,11-2 0,3-5 0</inkml:trace>
  <inkml:trace contextRef="#ctx0" brushRef="#br0">28607 5842 8133,'-32'12'0,"3"0"387,3 1 0,3 5 1,2 2-1,6 4 10,5 1 1,5-1-1,5 1 0,1 0 69,3 0-466,8 0 0,13 27 0,7 7 0</inkml:trace>
  <inkml:trace contextRef="#ctx0" brushRef="#br0">27255 6511 8143,'-13'-4'-68,"2"-1"1,3 0 345,4 4 0,4 5 1,3 13-1,1 3 827,-2 4-910,5 12 0,-5-2 0,2 12 1,-3 0-1,-1 3 0,-1 2 0,-2 1 971,-1 2-1309,0 0 0,0-5 1,0-1-1,1-2 1,1-6-1,2-6 1,2-6-2213,2-6 2082,3-10 273,0-6 0,4-45 0,-4-9 0</inkml:trace>
  <inkml:trace contextRef="#ctx0" brushRef="#br0">27292 6524 8212,'-19'0'639,"6"-2"67,9-2 1,9 3 0,8-5 0,6 2-624,5 0 0,-4 0 0,1 2 0,1 0-317,1-2 1,-3-1 0,-4 5 0,-3 2 88,-5 2 1,-3-1 0,-5 6 0,0 5 49,0 5 1,-6 6 0,-5 3 0,-6 2-43,-2 2 1,2-1-1,-2 3 1,2-6-371,6-1 1,0-3 506,7 1 0,28-22 0,10-6 0</inkml:trace>
  <inkml:trace contextRef="#ctx0" brushRef="#br0">27565 6970 8212,'-13'7'275,"2"4"28,3-3 1,3-1-1,5 1-264,0 2 1,4 1-1,0 2 1,-1-1-32,-2 0 1,-1 5 0,-1 1 0,-2 1 324,-1 3 0,-5-8 0,4-2-8,-2-1 1,3-7 0,-3-4-1,1-8-212,4-7 1,2-8 0,4-8 0,4 0-231,3-4 1,0 5-1,-1 1 1,-2 4-201,2 4 1,1 2-1,1 5 1,1 2-1003,-1 5 1319,0 4 0,28 47 0,-16-16 0,-1 0 0</inkml:trace>
  <inkml:trace contextRef="#ctx0" brushRef="#br0">28049 6561 8151,'-2'-13'94,"-2"1"0,3 0 0,-3-1 0,1 2 400,-1 3 1,1-2 0,-4 5-296,1-2 1,1 4 0,2 0 0,-2 6-1,-1 7 1,-1 5 0,2 6 0,-2 3 0,0 5 805,-3 4-884,-1 3 0,0 7 0,2 1 1,0 0-1,1-1 0,1 0 0,2 2 507,-1 3-677,5-4 1,-5 3 0,6-5 0,0-4 0,2-2 0,2-6-1,3-3-157,0-8 6,4-4 0,-5-8 0,7-3 0,-1-3 0,2-2 0,1-3 0,2-4-3146,-2-3 3346,4-7 0,-6-16 0,-1-7 0,4-6 0,0 1 0</inkml:trace>
  <inkml:trace contextRef="#ctx0" brushRef="#br0">28210 6586 8151,'-6'8'115,"-2"0"689,-3 2-560,4 1 1,-3 1-1,5 2 1,-1 3 0,1 3-1,1 4 1,0 2 428,0 3 1,-1 1-508,5 3 0,0 3 0,0-4 1,0 1-1,0-3 0,0-2-618,0-5 1,0-6-97,0-1 1,0-5 0,0-7 280,0-8 1,0-7 212,0-5 1,2 0 0,1-3-1,2 0 1,1 1 0,0 0-115,1 3 1,0 1 261,1 2 0,4 1 0,-4 2 0,3 5 0,1 3 0,1 1 221,-1 0 0,-4 5-279,1 4 0,-3 3 0,4 5 0,-3 3 0,-1 4 0,-4 1 231,0-1-152,-8 1 1,-1 3 0,-7-2-1,-1-4 1,-1-3 0,1-4 0,1-1-686,1-1-702,1-7 1,6-1 1271,6-10 0,39-29 0,-12 11 0,0-1 0</inkml:trace>
  <inkml:trace contextRef="#ctx0" brushRef="#br0">28520 7069 8098,'-12'0'0,"-1"0"606,1 0 0,-1 4 0,1 2 0,0-1 167,-1 1 1,1 4-1,1-2 1,2 3-421,5 1 1,3 1-1,1-1-369,0 1 1,7-2 0,4-2 0,4-2-79,0-1 1,3-2 0,0-4-1,0 0-149,0 0 0,0-6 0,-3-2 0,1-4 18,0-5 0,-7 3 1,-2-4-1,-1 2 104,-4-1 1,0-3 0,-2 2 0,0 0-26,0 0 1,-6 1 0,-2 6 0,-3 3-606,-1 4 0,-1-2 751,1 2 0,5 22 0,1 10 0</inkml:trace>
  <inkml:trace contextRef="#ctx0" brushRef="#br0">28656 7020 8140,'-19'5'515,"1"-3"741,6 2 1,6-3-1,6-1-963,7 0 0,6-1 1,3-2-1,5-3-839,2 0 0,-2 1 1,0-1-1,-1 0 546,0 3 0,3-15 0,-4-2 0</inkml:trace>
  <inkml:trace contextRef="#ctx0" brushRef="#br0">28830 6784 8140,'-23'12'41,"2"2"0,4 1 239,4 2 1,6 6 0,3 1-1,2 5-101,2 2 0,0-2 0,2 4 0,0 2-501,3 1 171,-1-5 0,0 4 1,0-8-1,0-2 1,0-4-1,0-3 0,0-4-1640,2-5 1791,-5-3 0,10-45 0,-4-9 0</inkml:trace>
  <inkml:trace contextRef="#ctx0" brushRef="#br0">29053 6747 8140,'-12'14'267,"0"2"1,3 5 0,1 6-1,-2 4 149,-1 0 1,3 4-1,0 5 1,0 1-294,1-1 1,-4 3 0,4 0-1,-2-1-33,1 1 0,5-9 1,-1-9-291,3-7 0,6-11 1,4-7-1,3-8-421,5-7 1,-2-9 0,4-6 0,0-2 63,1-2 0,-5 2 0,1 0 1,-2 2 556,-1 3 0,-1 4 0,-1 4 0,-1 3 8,-2 5 0,-4 0 0,3 9 79,-2 8 1,0 6-1,-5 16 1,0 3 734,0 7 0,0 3 1,0-1-1,0 0-493,0-4 0,0 0 0,0-8 0,0-1-329,0-5 0,5-10 0,2-6 0</inkml:trace>
  <inkml:trace contextRef="#ctx0" brushRef="#br0">29661 6710 7894,'-4'12'-449,"-1"0"1227,-2 1 0,4-5 0,-1 0-609,2 2 1,2 1-1,0 1 1,-1 2 0,-2 1-1,-1 3 1,1 2 0,2 0-1,1 1 244,0 0-431,-5 5 0,2 0 0,-4 4 0,0-1 1,1 0-1,1-1 0,2-2-555,2-1 1,1-6-1,0-2 573,0-4 0,11-28 0,3-7 0</inkml:trace>
  <inkml:trace contextRef="#ctx0" brushRef="#br0">29674 6821 8166,'-20'0'1218,"7"0"-473,4 0 1,8-1-1,1-2-463,7-1 1,4-4-1,1 2 1,1-1-253,-1-2 0,5 3 0,-1 1 0,-1 1-534,-1-1 1,-2 1 320,1 4 1,-6 6-1,-3 2 1,-3 3 63,-1 1 0,-4 1 0,-1-1 184,-2 1 1,0-1-1,-3-1 1,3-1 87,2-2 1,-1-5-330,2 1 0,3-4-283,-3-4 1,2 1 0,2-5-501,0-2 959,0 5 0,0-1 0,0 6 0</inkml:trace>
  <inkml:trace contextRef="#ctx0" brushRef="#br0">29649 7020 7681,'-13'0'1623,"2"-2"-680,3-2 1,3-3 0,6-5-344,3 0 1,-1 3 0,5 2-387,2 2 1,1 1 0,1 4-282,1 0 1,-1 1-1,0 3 1,1 3-132,-1 0 0,1 4 1,-2-3-1,-2 3-111,0 2 1,-2-1-1,2 2 1,-2 1 85,-1 2 0,-2 1 0,-4-3 0,0 3 173,0 1 1,-6-3 0,-2 4-1,-3-1-21,-2 0 0,-3-4 1,-2 2-1,0-3-106,0-2 1,2-1 0,3-3 0,1-3-1013,-1-4 1189,7-1 0,17-28 0,9-6 0</inkml:trace>
  <inkml:trace contextRef="#ctx0" brushRef="#br0">29922 7144 8933,'-31'16'0,"7"1"333,6-2 0,5 3 0,5-2-331,4 0 1,8-3 0,4-2-3,3-2 0,13-9 0,2-7 0</inkml:trace>
  <inkml:trace contextRef="#ctx0" brushRef="#br0">30046 6908 8043,'-8'21'0,"-1"-1"0,29 12 0,2 7 0</inkml:trace>
  <inkml:trace contextRef="#ctx0" brushRef="#br0">30058 7218 8163,'-27'11'0,"2"-1"480,6-2 0,3-5 1,5 0-104,3-6 1,4-8-1,8-7 1,6-3-465,5-5 1,4 1-1,6-2 1,-2 3-472,-2 4 0,1 9 1,-5 0-1,-2 4 274,-1 4 1,-3 4 0,-3 8 0,-4 7 59,-3 6 1,-1 8 0,0 2 0,0 1 383,0 0 0,-4-5 0,-1 1 0,-1-3-160,1-1 0,-5 0 0,3-1 0</inkml:trace>
  <inkml:trace contextRef="#ctx0" brushRef="#br0">30344 6834 8106,'-13'0'290,"1"0"0,3 5 0,1 3 1,-1 5 2929,-2 3-2910,4 4 1,-3 10 0,6 4 0,0 6 0,0 7 0,-1 3 0,3 1 312,0-3-997,2-7 0,0 1 1,0-9-1,0-6 1,0-5-1071,0-5-1029,6-14 2473,-5-5 0,21-49 0,-1-9 0</inkml:trace>
  <inkml:trace contextRef="#ctx0" brushRef="#br0">30455 6908 8023,'0'-12'213,"0"-1"0,-1 2 1497,-3 3 0,2 0-663,-2 8 1,4-2-1,3 11 1,2 0-1081,2 2 1,0 2 0,3 0 0,-3 3-628,-2 0 1,-1 5 0,-2-3 0,1 0-412,1 0 1,-2 0 0,-4-2 0,-4 3 339,-1 1 0,-2-1 0,-7-4 0,-1 2 731,-3-2 0,0-7 0,-5-4 0,1-2 38,4-2 1,-4 0 0,5-2 0,1-2 333,6-4 0,1-7 1,6-2-1,3 1 649,0-2 0,2 4 0,0-3 0,2 4-214,2 0 1,3 1 0,5-1-1,1 2-590,-1 3 1,0-2 0,1 6 0,1 1-575,2 2 1,-2 1 0,4 0 0,-2 0-518,1 0 874,5 6 0,3 12 0,6 8 0</inkml:trace>
  <inkml:trace contextRef="#ctx0" brushRef="#br0">30418 7107 8023,'-30'12'268,"8"-4"0,-2-1 1036,5-1 1,9-2-1,10-4-629,7 0 1,10-6 0,5-2 0,4-3-872,3-1 0,4-1 0,-3 1 0,2 1 196,2 2 0,19-2 0,5 5 0</inkml:trace>
  <inkml:trace contextRef="#ctx0" brushRef="#br0">30728 7020 8752,'-5'-4'1352,"5"-1"1,5 0 0,8 2-1228,-1-1 0,0 0 0,-1 5 171,-2 3-466,2 3 0,-10 6 0,3 1 0,-2 1 0,-2 1 0,0 1 0,0-1-235,0 1 0,0 5 1,0-3-1,0 2 122,0-1 1,0-4 0,0 0 0,0-2-778,0-2 1060,0-5 0,5-67 0,-1 18 0,-1 1 0</inkml:trace>
  <inkml:trace contextRef="#ctx0" brushRef="#br0">30840 6858 8249,'-13'0'429,"1"0"1,4 0 0,1 2 59,1 2 1,2-1-1,7 4 1,4 0-490,5-1 0,25 19 0,3 8 0</inkml:trace>
  <inkml:trace contextRef="#ctx0" brushRef="#br0">28036 7838 8024,'-25'0'338,"2"-4"0,2 0 0,5 0 0,2 0 0,1 0-4,1 1 0,5 3 1,3 4-243,3 4-18,1 9 1,-4 2 0,-1 6-1,3 0 1,0 1 0,2 1 0,0 2 1620,0-1-1596,0-2 1,6-7 0,3-2 0,7-5 0,3-3 0,2-5 0,-1-4-276,2-4 62,2-9 0,-5-1 0,-2-3 0,-4 0 1,0-1-1,-2 0 0,-2-1-922,0 0 896,-7 3 1,4-3 0,-6 4-1,0-2 1,0 2 232,0 1 64,0 8 1,-4 1-1,0 10 1,1 4 0,2 5-1,1 4 1,0 0-297,0 0-73,0-2 1,4-3-1,1-1 1,1 1-1,1-1 1,0-1 211,2-3 0,24-30 0,7-12 0</inkml:trace>
  <inkml:trace contextRef="#ctx0" brushRef="#br0">28309 7950 7889,'-12'0'1487,"-1"1"-587,1 3 0,5 3 1,3 6-625,2-1 1,2 1-1,0-1-936,0 0 0,6-1 1,1-1 67,0-2 0,0-5 0,-3 0 261,4-6 1,-2 0-1,-1-5 1,1-3 140,2-4 0,-1 0 1,1-5-1,2 2 173,1 3 0,0 0 0,-2 1 0,0 1 168,0 2 1,-2 2 0,1 1 0,1 2-30,-2 1 1,4 5-125,-3 0 0,3 5 1,0 8 1,-3-1 0,14 17 0,-1 4 0</inkml:trace>
  <inkml:trace contextRef="#ctx0" brushRef="#br0">28656 7950 8109,'13'0'417,"-1"0"0,-4 0 1176,1 0-1178,-6 0 1,1 0-428,-8 0 1,-3 0-231,-6 0 1,5 0 0,0 0 14,-2 0 1,5 1-1,-1 3 1,2 5 194,0 2 0,-5 1 0,5 2 0,2 1 284,0 2 1,2-1 0,2-5 0,2-1-21,4-2 1,3-5-1,1 1 1,2-4-219,3-4 0,2-4 0,7-9 1,2-5-300,1-6 1,0-3 0,-5-8 0,1-1-16,0-1 0,-4-6 0,-2 1 0,-2 0 91,-6 0 1,-4 1 0,-7 6 0,0 5 99,0 2 0,-2 10 0,-2 10 0,-4 6 377,-3 5 0,-2 13 1,1 9-1,0 10 242,-1 9 1,5 4-1,1 6 1,0 0-50,0-1 0,4 1 0,-1-2 0,3-2-237,1-5 0,7-4 0,5-4 0,9-5-573,6-6 0,7-4 349,7-6 0,-7-22 0,4-6 0,4-2 0,0 0 0</inkml:trace>
  <inkml:trace contextRef="#ctx0" brushRef="#br0">29686 7813 8146,'-19'-4'0,"2"0"377,3 1 1,2 2 0,1 0 782,3-3 0,2 4-850,6 0 1,0 6-1,0 10 1,0 2-1,0 1 1,0 3-271,0 1 0,0 8 0,0 0-220,0 1 0,2-2 0,0-5 1,2-1-1,1-2-1131,0-2 0,-2-10 259,5-2 0,-1-6 1,3-8 1051,-2-6 0,0-56 0,-2 25 0,1-1 0</inkml:trace>
  <inkml:trace contextRef="#ctx0" brushRef="#br0">29674 7801 8039,'0'-30'119,"0"4"0,0-3 1,0 4 333,0 4 0,0 3 1,0 6-1,1-1 355,3 1 1,-1 4 0,5 1-336,2 1 1,1 4 0,0 6-626,-3 4 0,2 3 0,-6 3 0,-1 1-317,-2 2 1,-1 5 0,0-3-1,-1 2 297,-3-1 1,-3 1 0,-6 2-1,1-1 321,-1-1 0,2-6 0,2 2 1,1-4 896,-2 0 1,4-1-685,2 1 0,4-2 1,4-3-1,5-3-500,2 1 0,2-3 0,3 4 1,0 0 22,-1-1 1,-1 3-1,-3 3 1,-3 1 94,-3-1 0,-4 2 0,-1 1 0,0 1 148,0 0 1,-6-3 0,-2 0 0,-3-1-372,-1 1 1,-1-5 0,1-1-1026,-1-2 1,5-1 1267,0-4 0,38-38 0,6-10 0</inkml:trace>
  <inkml:trace contextRef="#ctx0" brushRef="#br0">29885 8024 8039,'-18'6'1257,"4"1"-527,-3 5 0,10 1 0,6-1-791,4 0 1,6-3 0,0-3 0,2 0-1121,1-3 0,1-2 1181,-1-1 0,17-61 0,-13 24 0,1-1 0</inkml:trace>
  <inkml:trace contextRef="#ctx0" brushRef="#br0">29996 7789 8040,'-12'-11'865,"-1"2"-366,6 4 1,3 5-500,8 0 0,42 38 0,-16-13 0,1-1 0</inkml:trace>
  <inkml:trace contextRef="#ctx0" brushRef="#br0">30058 8012 8040,'-23'19'70,"2"-4"1,6-4 606,5-2 1,2-7-427,8 3 1,3-5 0,11-6 0,1-5-509,1-4 0,1-2 0,-3 4 0,1-3-384,1 0 1,1 1 0,-5 5 473,1 2 0,-1 5 445,0-1 1,-3 9 0,-2 8-1,-2 6 81,-2 5 1,-2 0-1,-1 1 1,0-1-360,0-4 0,22-13 0,6-8 0</inkml:trace>
  <inkml:trace contextRef="#ctx0" brushRef="#br0">30430 7764 8040,'-13'1'233,"-3"3"0,0 5 2213,1 2-2054,1 1 1,6 2 0,1 2 0,1 5 0,4 2 0,0 4 0,2 0 746,0 2-1518,0 6 0,0-8 1,0 5-1,0-3 1,2-4-1,0-5 1,4-2-2188,1-3 2566,-5-1 0,20-51 0,-1-13 0</inkml:trace>
  <inkml:trace contextRef="#ctx0" brushRef="#br0">30592 7789 8040,'-6'-7'898,"5"-4"1,-5 15 0,6 1 0,2 8-689,2 3 0,-3 8 0,3-1 0,-1 6 101,1 3-663,-2 1 0,3 3 1,-6-2-1,-2-1 1,-3 0-1,1-2 352,-1-7 0,-42-15 0,-7-11 0</inkml:trace>
  <inkml:trace contextRef="#ctx0" brushRef="#br0">30331 7913 8040,'-25'0'303,"1"0"0,0 0 902,3 0 1,10 0 0,13 0 0,9 0-691,8 0 0,9 0 1,2 0-1,2 0 158,2 0-1289,2 0 0,-3 0 0,-1 0 1,-2 1-1,-2 2 0,-2 2 0,-3 2 616,-2 3 0,-25 17 0,-11 7 0</inkml:trace>
  <inkml:trace contextRef="#ctx0" brushRef="#br0">30542 8024 8040,'-12'0'123,"-1"0"537,1 0 0,6 0-128,6 0 1,6 0-1,8 0 1,1 0-302,1 0 0,2-1 0,-3-2 0,3-1-477,2 1 0,-4 2 246,5 1 0,16-28 0,9-6 0</inkml:trace>
  <inkml:trace contextRef="#ctx0" brushRef="#br0">30840 7950 8040,'-13'1'152,"1"2"0,1 3 0,1-1 0,3 2 0,2 0 0,2 2 483,2 3 1,1 1 0,1 2 0,2 3-533,1 2-196,0 6 0,0 1 0,0 5 0,-1 0 1,-1-1-1,-4 4 0,-1-1-254,-1-1 263,-5-2 1,3-8-1,-4-4 1,2-5-1,-1-7 1,-1-5-233,2-8 316,2-15 0,10-27 0,3-13 0,-2 15 0,-1-1 0,1 0 0</inkml:trace>
  <inkml:trace contextRef="#ctx0" brushRef="#br0">30877 7714 8023,'-19'9'1016,"2"-1"1,9 0 0,4 4 1632,2 1-2649,8-1 0,28 6 0,13 1 0</inkml:trace>
  <inkml:trace contextRef="#ctx0" brushRef="#br0">28780 8682 8086,'-12'7'0,"0"-1"26,-1-1 1,9 1 492,8 7 1,3-5 0,11-1 0,0-1 0,1-4 0,2 0 0,0-2 0,1 0 0,1 0 833,2 0-1393,-6 0 1,3-6 0,-5-1 0,-1-1 0,1 0-1,-2-2 1,-3-1-794,-2-1 0,-7-1 0,1 1 0,-4-1 301,-4 1 1,-4 0 0,-8-1-1,-1 2-433,-3 3 956,0-3 1,-5 10-1,1-4 1,2 5-1,3 5 1,0 3-1,2 4 1415,3 5-1113,-1 2 0,10 10 0,-4 1 0,5 2 0,3 1 0,1 0 1,0-1 1487,0-2-1874,5-1 0,4-10 0,7-2 1,5-5-1,4-3 0,2-5 93,2-3 0,11-21 0,4-10 0,3-1 0,0 0 0</inkml:trace>
  <inkml:trace contextRef="#ctx0" brushRef="#br0">29177 8731 8086,'-20'24'0,"2"-4"518,4-3 1,-1-1-1,8-2 1,0-3 281,3 0 1,3 0 0,2 0-1212,3-2 1,3-4-273,5-5 1,1-1 0,-2-3 173,-3-5 0,2-2 0,-5-1 0,1-1 186,-1 1 1,4-4 0,-4-2-1,2 0 373,3 0 1,-3 1-1,-1 5 1,1-1 489,0 1 1,0 4 0,3 1 29,-2 1 1,-5 4 0,1 6 0,-1 5-370,1 7 0,-3-3 0,3 4 0,-2-3-196,-2-2 1,0 0 0,1-1-454,3-2 0,-1-4 0,4-6 0,0-3-195,0-5 0,1-2 1,4-1-1,-1 0 409,-2-1 1,2 2 0,-4 2 845,-1 0 1,4 8 0,-6 1-93,-1 7 1,-2 1-1,-1 3-409,0 3 0,0 5 0,0-2-111,0-2 0,0-1 0,0-2 0</inkml:trace>
  <inkml:trace contextRef="#ctx0" brushRef="#br0">29612 8657 7623,'-13'0'1389,"5"4"0,1 1 0,2 2-1234,2 3 0,1 8 1,2 5-1,0 8 184,0 5-346,0-2 0,0 14 0,0-2 1,0 2-1,0 0 0,-1-2 1,-2-6-1205,-1-6 849,-6-4 0,9-10 0,-3-7 0,3-8 0,1-14 0,1-10 362,3-9 0,6-21 0,4-10 0,2-8 0,1 0 0</inkml:trace>
  <inkml:trace contextRef="#ctx0" brushRef="#br0">29612 8644 7978,'-7'-19'0,"0"-3"0,4 6 702,-1 0 0,1 8 0,7 4 85,5 3 0,2 2 0,1 3 1,0 4-797,1 3 0,-1 2 0,-1-1 1,-1 2-71,-2 3 0,-5-4 0,2 5 1,0 0-128,-1 3 0,0-3 0,-6 0 0,-2-2-227,-4 1 0,-3-1 1,0-3-1,1-2-910,2-3 0,0 2 1343,-5-6 0,29-55 0,-5 16 0,0 1 0</inkml:trace>
  <inkml:trace contextRef="#ctx0" brushRef="#br0">29798 8682 7978,'-6'7'-449,"5"4"1975,-3-3 0,4-3-1379,4-1 1,7-8-1,7-5 1,1-5-148,3-3 0,9-15 0,6-7 0,3-2 0,0 0 0</inkml:trace>
  <inkml:trace contextRef="#ctx0" brushRef="#br0">29971 8421 8000,'-31'14'0,"3"1"181,6 2 1,4 1 0,7-3 0,3 3 597,4 1 1,2 2-1,2 3 1,0 3-542,0 2 1,2-3 0,0 4-1,3-1-190,-3 0 0,1 0 1,0-4-1,1-1-66,-1 1 0,-2-5 0,1-5 0,2-6-351,4-4 0,4-4 0,5-4 0,4-4-920,2-5 1,2-9-1,1-1 1289,3-5 0,8-16 0,7-8 0</inkml:trace>
  <inkml:trace contextRef="#ctx0" brushRef="#br0">30157 8669 7994,'0'-12'813,"0"5"0,-1 1-276,-3 6 0,-3 6 1,-4 2-492,3 3 0,2 2 0,6-1-388,0 0 0,0 1-21,0-1 1,0-3-232,0-1 0,2-5-136,2 1 0,-3-2 426,3 3 0,2 1 1,-2 7-1,-1-1 499,-2 1 0,-1 3 0,0 2 0,0 1 530,0 3 0,0 2 0,0 1 0,0-1-174,0 1 1,0-4-1,0-2 1,0-1-192,0-3 1,0-1 0,0-1-494,0-1 1,-1-5 0,-3-3 0,-6-3-357,-5-1 0,1 0 1,-3-1-1,2-3-772,-1-4 0,3-3 1261,1-2 0,11-27 0,7-7 0</inkml:trace>
  <inkml:trace contextRef="#ctx0" brushRef="#br0">30430 8607 8352,'-12'0'1557,"6"-4"-1094,6 0 1,6-4 0,6 4-310,1 1 0,-1 1 1,1 4-1,-1 2 0,-1 4 1,-1 5-1,-3 3 0,-1 6 1,0 4 1154,-1 3-1101,0 6 0,-5-4 1,0 8-1,-2 2 0,-2 5 1,-4 2-1,-5 2-453,-3-1 137,2 6 1,-9-2 0,3 3-1,0-1 1,-1-2 107,-1-2 0,3-19 0,-2 2 0,-2 1 0,1 0 0</inkml:trace>
  <inkml:trace contextRef="#ctx0" brushRef="#br0">28582 10393 8218,'-12'-8'426,"-1"0"1,1 3 0,-1-1 0,1 0 1653,0 3-2008,5 2 0,-3 2 1,4 3-1,1 5 1,-2 2 356,0 1 1,3 6 0,-4 3-135,-2 2 0,3 7 1,-1 4-1,0 3 1,-1 5-172,1 8 0,1 9 0,-1 9-160,4 1 1,-2-3 0,2 3-1,1 0 1,2-3-6,1-3 0,0-3 0,0-12 4,0-3 1,1-1-1,2-5 1,3-2-1,-1-7-105,1-6 1,3-2 0,0-6-176,2 0 1,1-3 0,1-2 0,0-1 316,4-2 0,13-21 0,9-3 0</inkml:trace>
  <inkml:trace contextRef="#ctx0" brushRef="#br0">28942 10579 8195,'-21'0'342,"0"0"1,6 0 0,-1 0 739,2 0 0,7 6 1,1 3-773,1 7 0,4 3 0,-2 7 0,4 4 1,3 8-1,0 6 0,1 5 0,-1 4 1,-1 0-182,-2 0 0,3 2 0,0-1 1,-1-3-870,-2-5 0,-1-7 1,0-9-1,2-2-475,2-5 1,-1-6 1214,5-1 0,11-62 0,7-18 0</inkml:trace>
  <inkml:trace contextRef="#ctx0" brushRef="#br0">29041 11013 8152,'-32'0'172,"3"0"0,9 0 778,3 0 0,12 0 1,9-1-1,11-2-838,7-1 1,4-6 0,2 2 0,1-2-918,-2 2 1,4-1 0,-3 4 804,0 3 0,26 0 0,5 2 0</inkml:trace>
  <inkml:trace contextRef="#ctx0" brushRef="#br0">29661 10554 8152,'-12'0'622,"-1"-1"1,2-3 225,3-4 0,3 1 0,5-2-504,0 0 0,5-2 0,3-3 0,3-1 0,3-2 0,1 2 0,2 1 0,-2 2 0,0 1 610,2 3-1041,-3 2 1,-1 6 0,-4 2 0,-1 2 0,0 4 0,-1 4 0,-1 5-732,-4 4 0,0 2 0,-4 2 0,-2 1 261,-4 3 0,-7-3 0,-2 4 1,1-1 533,-2 0 0,4-1 0,-3-7 0,4-5 1137,0-2 0,1-3-250,-1-3 1,8-2 0,5-8 0,8-2-604,7-4 0,1-3 1,4-2-1,2 1-366,2 0 1,0 1-1,0 1 1,-2 3-928,-1 2 1,-1 0-1,4 5 1032,-4 0 0,-40 56 0,2-22 0,0 0 0</inkml:trace>
  <inkml:trace contextRef="#ctx0" brushRef="#br0">29525 11088 8621,'-24'0'0,"4"0"1882,3 0 0,10 0-1014,7 0 0,11-4 0,11-2 1,5-1-603,1-2 0,3 2 1,-4-2-1,2 0-683,-1-2 1,-2 2 0,-1 3 0,0 0-524,-1 3 1,-3 2 0,-2 1 0,-1 0 939,-2 0 0,-25 16 0,-6 5 0</inkml:trace>
  <inkml:trace contextRef="#ctx0" brushRef="#br0">29636 11249 8136,'-16'19'199,"-1"-1"1,2-1 590,1-1 1,6 5 0,1-5 0,2 1-323,2 1 0,2-3 1,2 4-1,2-1-430,1-3 0,4 3 0,-2-1 0,-1-2-357,1-1 1,-2-2-29,-4 1 0,1-9 173,3-8 0,-1-5 0,4-13 1,0-3 226,0-2 1,0-6 0,2 3 0,0-1 95,0 1 1,2-3-1,2 5 1,-1 3-60,0 3 0,-3 7 0,-1-1 1,2 3 70,1 5 1,1 4 0,0 9-45,1 8 0,-6 5 0,-2 7 1,-1-1-96,1 1 0,-1 1 1,-4 2-1,0-1-561,0-3 1,4-1-1,0-6 539,-1-2 0,15-40 0,2-11 0</inkml:trace>
  <inkml:trace contextRef="#ctx0" brushRef="#br0">30244 10592 8136,'-12'0'0,"-1"1"999,1 3 0,0-3 3741,-1 4-4316,6 2 1,3-5-1,8 7 1,5 0-1,2 4 1,1 3 0,0 6-1,1 6 1,-1 5 414,1 3-982,-1 6 1,1 2 0,-2 6-1,-3 1 1,-4 1 0,-4 4 0,-6 0-1796,-6 3 1609,-6 2 0,-7 0 0,-1-2 0,-3-3 1,-4-2-1,-3-4 329,-1-3 0,0-19 0,0 1 0</inkml:trace>
  <inkml:trace contextRef="#ctx0" brushRef="#br0">30616 10294 8076,'-12'-12'191,"5"3"0,3 1 309,3-2 0,1 3 168,0-1 0,0 0 319,0-4-917,0 5 1,0 3 0,0 8 0,0 4-1,0 3 1,0 1 0,0 2-73,0 3 0,0 1 0,0 4 0,0-2-94,0 2 63,0 2 1,0 1 0,-2-1 0,0 0 0,-3-2 0,3-3 0,0-1-235,2-3 0,2-7 196,2-3 1,-1-4 0,5-4 0,0-5-50,-1-9 62,4-5 1,-6-2 0,5-3 0,-2 0 0,2-3-1,1-1 1,0 1-205,-3 2 213,3 2 0,-4 7 0,6 4 1,-1 5-1,1 7 134,-1 6 1,-1 5 0,-1 9 0,-4 5 204,0 5 0,2 0 0,-4 2 0,1-3-352,0-1 1,-2-5-1,4 1 1,-2 0-603,-2-2 664,4-1 0,-6 0 0,5 1 0</inkml:trace>
  <inkml:trace contextRef="#ctx0" brushRef="#br0">27639 10939 8194,'-5'-7'674,"3"0"-300,-2 3 0,10 1 1,6-4-274,7 2 0,5-1 0,1 4 0,-2-3 0,-1 3 0,-1 0 0,1 4 0,0 2 0,-1 4-101,-5 3 0,-2 18 0,-2 4 0</inkml:trace>
  <inkml:trace contextRef="#ctx0" brushRef="#br0">27577 11348 8194,'2'7'993,"2"-3"1,7-2-368,8-2 1,4 0 0,13-2 0,4-1-1495,3-1 868,2 0 0,-3 1 0,5 1 0,2-2 0,0 1 0</inkml:trace>
  <inkml:trace contextRef="#ctx0" brushRef="#br0">31634 5358 8670,'-13'-6'276,"6"-1"0,5-4 0,6 2 0,7 2 0,5 0 0,5 1 233,5 1 1,5-5 0,6 3-1,3-1-78,5 0-405,12 0 1,-20 2-1,2-1 1,3 1-1,2 0 1,3-1-1,0 1 1,2 1-1,0-1 1,0 1-1,1 1 1,0 0 0,1 1-1493,0 0 0,1 0 1160,4 1 0,0 0 1,-6 2-1,-1 0 0,-3 1 1,-2 1-1,-8 1 1,-2 1-1,23 10 0,-6 2 306,-2 2 0,-3 4 0,-4-1 0,-3 2 0,-5 2 0</inkml:trace>
  <inkml:trace contextRef="#ctx0" brushRef="#br0">31634 6573 8714,'-31'0'0,"7"0"964,6 0 1,5-1-443,5-3 0,8-5 1,10-6-15,5-1 0,11-6 1,10 2-1,5 0 1,2 0 60,0 3 1,8-1-1,2 2-442,11 0 0,-30 7 0,1 0 0,7 1 0,3 1 0,0-1 0,2-1 0,1 2 1,2-1-243,1 1 0,1 0 0,5 1 0,1 0 0,1 0 1,1 1-34,0 0 1,-2 2-1,-7 0 1,0 3 0,-6 3-1,-1 2 1,-3 3-1,-2 2 148,0 2 0,-2 2 0,-2 0 0,-1 1 0,2 3 0,-2 1 0,-3 2 0,-3 1 0,25 25 0</inkml:trace>
  <inkml:trace contextRef="#ctx0" brushRef="#br0">29847 13010 8087,'-4'-21'190,"0"1"1,-1 5-1,2-3 1,-3 1-1,-1 1 1,-1 0 0,0 3-1,1 0 2220,1 1-2144,-3 5 1,6 0 0,-5 4 0,-1 1 0,1 4 0,1 9 0,0 9 1584,1 3-1804,3 13 0,-8 2 0,4 13 0,0 5 1,3 4-1,1 8 0,2-33 0,-1 1-72,0 2 0,0 0 0,0 3 0,0 1 0,2-1 0,0-1 0,0 1 0,1-1 11,1 0 0,1-1 0,-1-3 0,2 0 0,10 26 0,1-14-323,2-11 0,5-13 1,0-11-1,4-4-584,3-4 0,4-8 0,-4-10 921,-1-11 0,-4-30 0,0-16 0,-7 19 0,1-1 0,-1 1 0</inkml:trace>
  <inkml:trace contextRef="#ctx0" brushRef="#br0">30170 13097 7903,'-4'12'0,"-2"2"430,-1 3 0,5 2 0,-3 6 0,4-1 126,1 1 0,0 6 0,0 3 0,0 5-585,0 2 1,1 2 0,2-3-1,3 1 29,1-1 0,1-1 0,4-2 0</inkml:trace>
  <inkml:trace contextRef="#ctx0" brushRef="#br0">30282 13333 8070,'-20'5'1036,"2"-4"1040,6 4-1924,11-4 1,2-1 0,14 0-1,4-1 1,8-4-153,3-3 0,20-14 0,10-5 0,-15 6 0,-1 1 0,1 0 0</inkml:trace>
  <inkml:trace contextRef="#ctx0" brushRef="#br0">30741 12923 8066,'-13'7'0,"1"-1"0,-1-1 570,1-3 1,5 9 0,3-3 0,2 3-1,2 3 1,2 2 0,2 5 964,4 2-1574,-2 8 0,1-4 0,-5 6 1,3 3-1,-3 1 0,0 2 0,-2-5 39,0-2 0,-11 13 0,-3 1 0</inkml:trace>
  <inkml:trace contextRef="#ctx0" brushRef="#br0">30691 13283 8464,'-19'1'2563,"2"3"-684,3-2-1735,13-2 1,4-6-1,13-3 1,5 0 0,2 0-1,2-1 1,-1 0-371,-4 2 1,4 4 0,-4-3 0,2 2-896,-1 2 1,-3 1 1120,-6 2 0,-43 50 0,9-19 0,1 0 0</inkml:trace>
  <inkml:trace contextRef="#ctx0" brushRef="#br0">30716 13519 8029,'-20'17'146,"2"-1"0,7 3 0,2 0 644,1 1 0,5-4 1,-1 3-1,2-1-307,2-3 0,2 3 0,2-1-823,4-2 1,3-7 24,1-4 0,0-4 1,-4-4-1,-3-5 98,1-7 1,-3-3-1,3-7 1,1-3 159,0-4 0,0 3 0,3 1 0,-2 3 190,2 1 0,-3 1 0,1 4-81,2 3 1,1 9-1,1 6-111,0 9 0,-5 7 0,-3 12 0,-1 2-250,1 1 0,-2 0 0,2-4 1,-3-2 308,-1-2 0,6-14 0,1-9 0</inkml:trace>
  <inkml:trace contextRef="#ctx0" brushRef="#br0">31162 13010 8029,'-12'0'1350,"4"0"1264,-1 0-2243,7 0 1,-3 1 0,10 4 0,3 3-1,3 4 1,1 6 0,1 7 518,-1 7-1104,1 3 1,-1 10-1,0 3 1,-1 6 0,-2 3-1,-5 5 1,-3 3-1449,-1 0 1409,-11-2 0,3-8 1,-10-5-1,0-9 1,-3-7-1,-2-8 1,-2-7-2022,0-5 2274,6-5 0,-15-64 0,17 21 0,0-1 0</inkml:trace>
  <inkml:trace contextRef="#ctx0" brushRef="#br0">31410 12762 8369,'-5'7'1225,"-3"-3"1,-2 3-551,2 1 0,-2-1 0,6 1-567,1 2 0,2 2 1,1 4-1,0 0 1,0 1-1,0-1 1,0 2-1,0 0-703,0 0 436,0-2 0,0-7 1,0-4-1,0-3 16,0-8 1,1-9-1,3-7 1,5-4 176,2-3 0,2-2 0,3 4 0,1-1-21,3 5 0,-5-1 1,3 8-1,-2 2 35,1 5 0,-1-1 0,-3 7 0,-2 4 16,-3 6 0,-1 10 1,-4 5-1,1 4-79,-1 3-1,-2 1 1,-1-2 0,0 0-303,0-5 0,0 0 318,0-6 0,17-1 0,3-3 0</inkml:trace>
  <inkml:trace contextRef="#ctx0" brushRef="#br0">31671 13556 8043,'-24'11'0,"4"-2"1616,3 0 0,5-1-953,4 4 1,9-5-1,11-3 1,9-4-664,7-4 0,31-30 0,-23 10 0,0 1 0</inkml:trace>
  <inkml:trace contextRef="#ctx0" brushRef="#br0">32142 12886 8111,'-12'0'121,"0"0"1,-1 0 692,1 0-265,5 0 1,1-1 0,8-2 0,0 0 1124,3 5-1468,-1 3 0,-4 9 0,0 4 0,0 5 1,0 7-1,0 6 0,0 8 814,0 7-1160,0 11 0,0 9 0,0-32 0,0 0 0,0 2 0,0 0 0,0-1 0,0 1 0,0-2 1,1-1-1,1-2 0,0-2-645,6 28 1,-1-12 0,2-14 0,0-11-617,2-12 0,2-2 1401,-1-7 0,3-36 0,-1-20 0,3-3 0,-1 0 0</inkml:trace>
  <inkml:trace contextRef="#ctx0" brushRef="#br0">32452 12936 8111,'-12'5'123,"1"2"0,1 4 0,3 0 745,2 1 1,1-2-1,4 8-722,0 0 0,0 5 1,0 6-1,0 0 0,1 2 1,2 2-1,1 2 0,0 3 1,0-1-656,1 0 290,-1 0 0,-3-4 1,2-1 218,1-2 0,0-12 0,-4-7 0</inkml:trace>
  <inkml:trace contextRef="#ctx0" brushRef="#br0">32514 13221 8111,'-12'4'520,"0"0"0,6 0 156,6-4 1,10 0-1,9 0 1,3 0-819,4 0 1,3-5-1,-1-3 1,1-4 141,-2 0 0,22 0 0,3-1 0</inkml:trace>
  <inkml:trace contextRef="#ctx0" brushRef="#br0">32899 12824 8111,'0'12'886,"6"1"1,-5-1 0,3 1-995,-3-1 1,-1 0 0,0 1 0,0 1-1105,0 2 983,0 3 1,0 10 0,0 0-1,0-1 1,0-2 0,0-3 228,0-2 0,-5 14 0,-2-2 0</inkml:trace>
  <inkml:trace contextRef="#ctx0" brushRef="#br0">32874 13171 8111,'-12'13'470,"2"-6"338,6-3 0,10-3 1,10-2-1,1-2-1063,1-1 1,-1-4 0,6 3 0,-4 3-844,-1 0 0,2 2 1098,-3 0 0,-12 17 0,-6 3 0</inkml:trace>
  <inkml:trace contextRef="#ctx0" brushRef="#br0">32899 13395 7891,'-11'13'-134,"3"4"0,-3-3 1,4 2-1,0-2 2333,3-2-1757,2 1 0,-2 3 1,2 1-481,3-2 1,3-8-1,6-6 1,-3-6 21,-2-6 1,3 0 0,-2-9 0,1 1 48,2 0 0,-2 0 0,2-4 0,0 4-71,2 1 1,-2 2-1,-1 3 64,1 1 0,1 4 0,0 1 0,-3 3-118,-2 5 0,-1 6 0,-4 9 0,0 6-192,0 6 1,0-2 0,0 2-1,0-5-1241,0-2 1525,0-11 0,11-38 0,3-20 0</inkml:trace>
  <inkml:trace contextRef="#ctx0" brushRef="#br0">33271 12849 8111,'0'-8'809,"0"-1"1,0 8-1,0 1 1,0 8-317,0 7 1,0 6 0,0 9 0,0 6-35,0 4-482,0 7 0,-1 3 0,-3 7 0,-5 5 1,-3 3-1,-3 1 0,-3 1-229,-1 0 0,-2-6 1,-2-2-1,2-11-439,4-8 1,4-10 0,2-13 690,2-7 0,-2-24 0,4-19 0</inkml:trace>
  <inkml:trace contextRef="#ctx0" brushRef="#br0">33408 12774 9922,'-13'-5'3876,"6"5"-3512,3 0 1,3 5 0,1 8 0,0 1-451,0 2 86,0 3 1,0 2-1,0 0 1,0-1 0,0 1-1,0-2 1,0-1-532,0-3 389,0-6 1,4-15 0,2-10-1,0-6-29,4-3 0,1-5 0,1-2 0,1 0-105,-1 3 0,-1 4 1,-1 5-1,-2 3 121,2 3 1,-3 8-1,0 3 1,-2 7 383,-2 8 0,-2 8 1,-1 9-1,0 4-137,0 2 0,0 3 0,0-1 0,0-1-1714,0-3 1622,0-3 0,11-11 0,3-1 0</inkml:trace>
  <inkml:trace contextRef="#ctx0" brushRef="#br0">29277 14796 8064,'-9'12'725,"1"1"1,7-6 0,2-3 0,10-3-76,8-1 0,6-5 0,4-4 0,4-2 4,3-1-820,-4 0 0,2-1 1,-3 2-1,-1 2 1,-1 2-1,-4 1 1,-5 3-705,-2 2 870,-7 6 0,-38 52 0,6-20 0,0 0 0</inkml:trace>
  <inkml:trace contextRef="#ctx0" brushRef="#br0">29351 15131 8064,'-19'5'165,"2"4"1,10 0-1,7 0 730,7-5 1,11-3-1,7-1 1,7 0-717,4 0 1,1-4 0,1-2 0,2 0-632,2-4 452,-1-1 0,24-13 0,-29 11 0,-1 0 0</inkml:trace>
  <inkml:trace contextRef="#ctx0" brushRef="#br0">30120 14697 8001,'-11'-8'0,"2"1"0,2 0 1277,1 0-522,-3 4 1,6-4-1,-6 4 1,0-1 1499,-2 2-2223,4 0 1,-3 9 0,6 5 0,0 8 0,0 3 0,0 3 0,1 5-831,2 6 614,-5 0 1,5 15 0,-5 1 0,2 6 0,0 7 0,1 2 0,2-2-988,1-3 1172,0-1 1,5-8 0,5-8 0,4-13 0,4-10 0,1-8-1,4-5-434,5-6-1109,-2-8 1542,4-3 0,1-31 0,2-14 0,3-2 0,1-1 0</inkml:trace>
  <inkml:trace contextRef="#ctx0" brushRef="#br0">30455 14709 8001,'-8'0'878,"0"0"0,4 0-700,-5 0 0,6 2 1,-1 2-378,3 4 187,1 3 0,0 1 0,0 1 0,0 1 1,0 2-1,0 5 0,-1 2 91,-4 2-84,4 0 1,-4 5 0,5 3 0,0 2 0,0-1 0,0-2-1,0-1 82,0 1-116,5-4 1,-2 1-1,5-9 1,2-3-1,1-5 1,1-2-1,1-3-296,-1-2 230,0-1 0,2-2 0,1 1 0,2 1 0,-1-1 0,1-2 105,0-1 0,16-11 0,0-3 0</inkml:trace>
  <inkml:trace contextRef="#ctx0" brushRef="#br0">30741 14734 8005,'-9'1'11,"1"2"902,-2 1 0,1 6-519,0-2 0,4-1 0,5 1 0,0 2 0,0 1 0,1 1 0,2 2 0,1 3 0,0 5-491,2 5 1,-3 2 0,3 7-1,0 3-393,-3-1 1,-1-1-1,1-3 1,1-4-1906,-1 0 2395,4-9 0,0-25 0,5-18 0</inkml:trace>
  <inkml:trace contextRef="#ctx0" brushRef="#br0">30827 14895 8005,'-16'13'0,"-1"-1"1199,2 0 1,8-5-475,7-3 1,11-4-1,10-4 1,4-4-1090,4-3 0,1-3 364,3-2 0,5 1 0,4-1 0,1-3 0,1 0 0</inkml:trace>
  <inkml:trace contextRef="#ctx0" brushRef="#br0">31361 14536 8005,'-20'6'274,"3"0"0,4-6 2090,1 0-1639,5 0 0,3 0 1,6 1-1,3 5 1,-1 5 857,1 4-1434,-3 7 0,5-3 0,-5 6 1,4 1-150,1 3 0,-5 36 0,1-26 0,0 1 0</inkml:trace>
  <inkml:trace contextRef="#ctx0" brushRef="#br0">31299 14870 9948,'5'-11'0,"5"2"26,5 0 0,4 1 0,8-6-26,2-2 0,35 8 0,-24 2 0,-1 1 0</inkml:trace>
  <inkml:trace contextRef="#ctx0" brushRef="#br0">31336 15118 8005,'-12'17'120,"-1"0"1,5 0 0,1-1 0,1 0 494,4-1-636,0-1 1,2-6-1,2-1 1,2-1-828,4-3 914,-2-8 0,3-6 0,-5-7 0,1-1 0,-1-3 0,1-1 0,1-4 413,-1-1-422,5 1 0,-3-2 1,4 7-1,-2 3 1,0 0-1,0 1 11,2 0 0,2 3 1,-1 7-1,1 6-56,-1 9 0,-4 7 1,-1 11-1,0 1-77,0 3 1,-3 1 0,3 3-1,0-4-187,0-3 0,-3-5 252,4 0 0,6-39 0,5-6 0</inkml:trace>
  <inkml:trace contextRef="#ctx0" brushRef="#br0">31783 14511 7743,'-6'-13'1348,"5"6"1,-5 3 0,6 8 0,0 5-1044,0 2 1,4 8 0,0 6 0,1 7 193,0 3-624,-4 3 0,5 4 1,-6 4-1,1 3 0,2 5 1,1 4-1,-1 1-1501,-2-1 1411,-6 3 0,2-12 0,-4 2 0,0-7 1,2-6-1,-1-11-2054,4-7 2269,0-12 0,2-41 0,0-16 0</inkml:trace>
  <inkml:trace contextRef="#ctx0" brushRef="#br0">31919 14436 8222,'-7'-5'1168,"0"2"80,3-5-906,3 0 0,-5-1 0,8 2 1,2 2-1,4 1 0,3 0 1,1-1 691,1 3-1188,-6 6 1,4 0 0,-4 7-1,1 3 1,-1 1 0,-2 3-1,-2 4-1337,-2 5 1275,-1 0 1,0 7-1,-1-4 1,-3 1-1,-3 0 1,-1 0-1,1-2-271,1-6 1,-2 1 0,4-8 0,1-1 1028,2-1 0,2-8 0,3-6 958,5-7 0,11-10-1500,5-4 0,6-7 0,8-10 0,1-2 0,3-2 0,0-1 0,0 0 0</inkml:trace>
  <inkml:trace contextRef="#ctx0" brushRef="#br0">32378 14337 8057,'-8'-4'36,"1"-2"539,1 0 1,2-3 13,4-3 1,0 0-1,2 0 1,2 4-1,4 4 1,2 4 2328,-2 4-2765,3 9 0,-8 6 0,4 7 0,-1 4 1,0 9-1,1 8 0,-2 7-253,1 2 19,-2 2 0,-4 9 0,0 4 1,0-35-1,-1-1 0,0 1 1,-1 0-1,-4 33 0,0-3-1484,-4-5 920,-1-5 0,-4-9 0,1-7 0,3-11 645,0-10 0,0-77 0,5 20 0,-1-1 0</inkml:trace>
  <inkml:trace contextRef="#ctx0" brushRef="#br0">32725 14263 8516,'-12'-9'0,"0"3"1591,-1 0 0,6-4-846,3 2 1,8 3-1,5-1 1,2 2-507,1 0 0,2 0 0,1 4 0,1 0 170,0 0-537,-3 5 0,-4 1 0,-1 5 0,0 0 0,-1 4 0,-3 1 0,-2 4-208,-2-1 1,-2 6 0,-2 4 0,-6 0 183,-5 1 234,2 2 1,-5-2 0,5-4 0,1-6 0,1-5 291,2-4 0,5-9 0,10-2 0,5-6-434,4-5 1,7-2 0,0 1-1,4 1-1047,3 2 1,4-2 1106,-4 3 0,22-8 0,2-4 0</inkml:trace>
  <inkml:trace contextRef="#ctx0" brushRef="#br0">32837 14213 8021,'-12'0'279,"3"1"0,1 2 1,-2 3-1,1 1 2168,1 2-2376,2-3-96,6-1 0,1-5 0,2 2 0,3 2 0,-1 4 0,1 3 626,-4 2-552,0 4 0,-2 3 0,0 6 0,0 3 0,0 4 1,0 3-1,0 1 129,0 0-238,0 0 0,0-1 0,0-3 0,0-5 1,0-6-1,0-6-530,0-2 587,5-7 0,-2-8 0,4-12 0,0-6 0,-2-6 0,2-2 0,-1-4 338,-1 0 0,1-1 0,-2-3 0,3 4-115,0 0 0,2 3 1,-3 3-1,-1 0-26,1 0 0,4 4 0,-2 2-156,3 1 0,-3 7-67,0 7 0,-1 8 0,3 4 9,-2 4 1,-5 0-1,2 0 39,1 1 0,-5-1 0,5 1 0,-2-1 5,0 0 0,0 2 0,-4 1 0,0 3-36,0 1 1,0 1-1,0 2 1,0-2-132,0 3 1,0-1-1,0 0 1,0-3-1538,0-1 1680,0-2 0,33-75 0,-12 21 0,0-1 0</inkml:trace>
  <inkml:trace contextRef="#ctx0" brushRef="#br0">30579 15639 8077,'-4'20'-83,"-1"-4"1,-1-2-1,-1-2-531,0 1 1101,5-1 705,-4-5-746,6-7 1,1-3 0,4-4 630,3 2-1009,-3 1 0,6 4 1,-2 0-1,2 0 0,1 0 1,0 0-1,1 0 211,-1 0-268,1 0 1,0-4-1,3 0 1,2 1-1,1 0 1,3 0-1,1-2 122,2-2 0,5 0 1,5-3-1,5 2 5,5-2 0,8 3 1,2 1-1,1 0 37,4 3 1,-1 2 0,0 1 0,-1-1-50,1-4 0,3 4 0,6-4 0,-32 2 0,0 0-202,0-1 1,1 0 0,-1-2 0,-1-1 0,26-8-1,-3-1-383,-4 1 1,1 1 0,-1 1 0,-3 2-76,-5 3 0,-3 3 0,-7 5 0,-4 0-26,-8 0 1,-6 5 0,-9 3 0,-5 3-714,-3 2 1273,-1-1 0,-33 12 0,-8 2 0</inkml:trace>
  <inkml:trace contextRef="#ctx0" brushRef="#br0">28892 11683 8035,'-11'-1'652,"3"-4"1,2 3-256,6-7 0,2 7 86,2-2-393,3-3 1,1 5 0,0-2 0,2 3-1,1 1 1,1 0 145,1 0-188,-1 0 1,2 0 0,1 1 0,2 2 0,-2 1 0,0-1 0,0-2 87,2-1-73,5 0 0,-7 4 0,6 0 1,1-1-1,2-1 0,4-2 1,4 1 445,4 3-432,-2-3 1,20 5 0,-1-6 0,7 0-1,2 0 1,-2 0 0,-2 0 193,-4 0-493,3-6 0,-12 4 1,1-5-1,-6 0 1,-3 1-1,-1 0 0,-3 0-1473,-4 1 1041,-9 0 0,-2 5 654,-5 0 0,-29 6 0,-6 1 0</inkml:trace>
  <inkml:trace contextRef="#ctx0" brushRef="#br0">23335 4279 8148,'-17'0'313,"0"0"1,4-2-1,3-2 547,6-4 0,4-2 0,4 2 0,4 4-196,3 3-565,2 1 1,0 0-1,3 0 1,2 0-1,1 0 1,2 0-1,-1 0 234,1 0-390,0 0 1,3 4 0,0 1 0,-2 1 0,-3 1 0,-1 0 0,-4 2 45,-4 2 1,-5 3 0,-5 1 0,-3 4 120,-5 5 1,-6-2 0,-12 7 0,-2-2-79,0 2 1,-7-1 0,3 4 0,1-3-148,2-6 0,3 0 1,2-6-1,2-2-445,1-1 1,6-3 0,0-1 0,4-4-1731,3 0 2290,5-2 0,-3-9 0,6-2 0</inkml:trace>
  <inkml:trace contextRef="#ctx0" brushRef="#br0">22590 4142 8148,'-36'-12'90,"3"0"1,4-5 0,9 1-1,3 0 748,3 3 1,2 6 0,0 3-791,-1 2 0,5 2 1,1 2-1,1 2 1,4 5-1,0 8 1,2 8-1,0 8 0,2 8-897,2 9 865,3 5 0,2 12 0,2 2 0,-4-34 0,2-1 1,8 31-1,6-6 0,0-6-65,2-7 214,5-8 1,2-19 0,4-11 0,-2-5 0,-1-6 0,0-5 0,-1-10 258,-3-8 0,-4-11 0,-5-10 0,-3-6-338,-3-5 0,-3 3 0,-3 2 1,-4 3-203,-2 5 0,-8 0 1,-4 8-1,-5 3-63,-5 6 1,-5 10 0,-3 3 0,-2 5-1696,-2 6 1874,10 8 0,-1 29 0,1 13 0,2 5 0,0 0 0</inkml:trace>
  <inkml:trace contextRef="#ctx0" brushRef="#br0">31361 2270 8057,'-2'-11'0,"-2"1"31,-4 2 0,1 4 0,-1-3 0,-2 1 0,-1 3 0,-1 2 0,-1 1 146,1 0 0,0 6 0,-1 0 1,-1 3-188,-2-1 114,2 0 1,-5 5 0,4-1 0,-3 0 0,-2 1 0,0 1 0,0 1 1030,4 1-868,2 1 1,3-3-1,3 1 1,4 1-1,2-1 1,4-1-1,2-1 653,4-1-935,3 0 1,6-3 0,1-1 0,-1 0 0,1 1 0,-1-1 0,-1 0-158,1-1 1,0 0 0,-5-4 0,0 1-884,1-1 1,3 2 1054,1-1 0,5-11 0,-3-7 0</inkml:trace>
  <inkml:trace contextRef="#ctx0" brushRef="#br0">31621 2294 8134,'-16'0'165,"-1"0"1,1 5-1,3 0 288,1 2 1,5 1-1,3 5 1,2-1-378,2 0 1,6 6 0,1 3 0,3 2-450,2 2 1,-2-1-1,6-2 1,-2-3 33,-2-1 0,5-2 1,1-3-1,0-2 432,0-3 1,0-2-1,-3-8 1,1-2 125,-1-4 0,-1-4 1,-1-5-1,-2-4 373,-3-2 1,2-3 0,-6-2 0,-2-1-76,0 2 0,-4-4 1,-2 2-1,-5 3-222,-7 4 1,-4 4-1,-11 7 1,-4 3-320,-5 4 1,-6 4 0,5 4-1,4 6 24,6 5 0,30 32 0,16 12 0</inkml:trace>
  <inkml:trace contextRef="#ctx0" brushRef="#br0">5706 6610 7907,'-31'0'-50,"0"2"0,7 1 0,-1 1 0,1-2 0,2 0 0,3-2 0,1 0 1606,3 0-1481,1 0 1,2-2-1,-1 0 1,1-4 0,0 1-1,-1-2 1,1 1-18,-1 1 1,1 1-36,0 4 0,-1 0 1,2 1-1,3 3 471,4 4-427,2 3 1,4 6-1,2 0 1,4-2-1,4-2 1,5-2-1,5-1 33,6-2 1,3-5 0,8 1 0,2-4-70,5-4 1,2-3-1,2-7 1,-2-1-48,-3-1 1,2-6 0,-4 1 0,1-1-29,3 1 0,5-1 1,2 6-1,-2 2 2,-1 4 0,-6 5 1,-3 6-1,-2 3-541,-3 5 1,2 7 582,-10 5 0,0 19 0,-4 5 0</inkml:trace>
  <inkml:trace contextRef="#ctx0" brushRef="#br0">5210 7094 7938,'-12'0'493,"4"0"0,1-1 765,1-3 0,3-3 0,9-6 0,5 1-84,4 0-1115,7-1 0,-3 2 0,6 1 0,0 2 0,0 0 1,0 1-1,0 2-673,-1-1 223,1 5 1,0-5 0,0 6 0,-2 0 0,-2 1 0,-5 4 0,-3 3 390,-5 3 0,-30 12 0,-12 4 0</inkml:trace>
  <inkml:trace contextRef="#ctx0" brushRef="#br0">5235 7206 7938,'-16'1'2365,"-1"3"-1749,6-2 1,11 3-1,8-6 1,3-3-202,2-5 1,3 0 0,1-1-1,-2 2-278,-1-2 1,-2 5 0,1 1-1,-1 2-88,0 2 0,-3 0 0,-3 3 1,0 4-230,-3 5 1,-2 10-1,-2 3 1,-5 7-239,-6 4 0,-2 2 1,-7 2-1,1 1 418,0-1 1,-2-2 0,4-5-1,1-6 510,-1-5 1,2-4-1,7-7-109,1-2 1,5-5-1,0-8 1,6-5 161,5-2 0,3-1 0,3-1 0,1 1-263,2 0 0,3 1 0,-2 1 0,0 3-822,0 2 1,3 0 0,-3 5-1,1 0-914,3 0 1436,7 0 0,30 6 0,-23-3 0,0 1 0</inkml:trace>
  <inkml:trace contextRef="#ctx0" brushRef="#br0">5806 7057 7938,'-13'12'357,"1"1"0,4-1 1,-1 1-1,1 0 1,0 4-1,1 4 1,0 3-1,2 5 160,-1 4 0,-2 5 0,4 3 0,1 3-364,1 0-195,2 4 0,0-10 0,0-1 0,2-8 0,2-9 0,6-7 1,3-8-1011,4-3 1055,5-8 0,-8-4 0,4-9 0,-2-7 0,2-4 0,0-6 0,0-3 508,-3-2-495,-1 0 1,-2 3-1,-1 1 1,-1 0 0,-3 1-1,-2 3 1,0 6-239,0 4-1187,-4 6 1409,5 4 0,-18 45 0,-9 23 0,0 1 0,1 0 0</inkml:trace>
  <inkml:trace contextRef="#ctx0" brushRef="#br0">6091 7429 7938,'-19'0'419,"-5"1"1,5 2 0,0 1 398,2-1 0,-1-2 0,2-1-55,1 0 1,1 2-809,1 2 0,6 3 1,3 5-112,3 1 0,-3 3 1,0 1-1,1-2-100,2-1 0,1-2 0,1 0 0,3 1 93,4-1 0,3-5 1,2-3-1,1-2 252,2-2 1,3-7 0,6-4 0,0-4-122,0-1 1,-2-3 0,-1 0 0,-1 0-60,1 2 0,-4 3 0,-2 2 0,-3-1-236,-5 1 1,-2 0-78,-6-1 0,-6 6 1,-2 5-1,-3 4 404,-2 7 0,-10 13 0,-3 4 0</inkml:trace>
  <inkml:trace contextRef="#ctx0" brushRef="#br0">6277 7367 7902,'-8'6'390,"0"2"0,1-1 0,-3 1 0,3 2 326,2 1 0,-4 1 1,5 0-1,1 2-500,2 3 0,1-3 0,0 2 0,0-2-491,0-2 0,1-1 1,2-1-1,3-3-196,1-2 0,-3-1 1,3-5 269,-2-3 1,3-4 0,-3-8 0,-1-1 358,1-3 0,-3 4 1,2-5-1,-2 0 4,3 2 0,-4 0 1,5 5-1,-2 0-263,0 3 101,5 2 0,15 18 0,9 6 0</inkml:trace>
  <inkml:trace contextRef="#ctx0" brushRef="#br0">6612 7144 7902,'-12'-6'1036,"-1"5"0,1-5 779,-1 1 0,5 3-1248,0-2 0,4 4 0,-3 4-605,1 5 1,-2 7-1,3 6 1,-2 6-169,-3 5 0,0 4 0,1 4 0,2 4 82,1-1 0,2-3 1,6-8-1,3-4-479,7-3 1,8-8-1,7-5 1,4-8-533,0-4 1,2-6 1134,5-3 0,-6-37 0,0-15 0,-8 17 0,0 0 0,0-1 0</inkml:trace>
  <inkml:trace contextRef="#ctx0" brushRef="#br0">6798 7119 7899,'-18'0'445,"4"0"0,-2 0 1841,2 0 0,7 5-1866,3 4 1,4 2 0,4 1 0,4 1-521,4-1 0,4 4 0,1 2 1,-2 2-632,-1 2 1,-2 1-1,0 2 1,1-2-259,-1-2 1,-1 1 0,-1-5 988,-2-2 0,11-23 0,8-8 0</inkml:trace>
  <inkml:trace contextRef="#ctx0" brushRef="#br0">7059 7131 7899,'-25'4'53,"0"1"0,2 4 0,1 0 0,2 2 456,2 1 1,2 4 0,3 2 0,2 0 678,3 0 1,-3 0-1,4-1 1,0 2-1270,3 0 0,-1 3 0,0-5 1,1-1-3160,-1 2 3240,3-4 0,-3-7 0,5-8 0</inkml:trace>
  <inkml:trace contextRef="#ctx0" brushRef="#br0">7046 7317 7898,'-7'6'6691,"2"-3"-6712,5 5 0,0 0 0,0 5-270,0-1 1,0 0 0,0 1 0,1-1-385,3 1 1,-2-1 0,2 0 0,-1 1-145,1-1 0,-3-4 1,5-1 818,-1-1 0,30-52 0,-12 15 0,0 0 0</inkml:trace>
  <inkml:trace contextRef="#ctx0" brushRef="#br0">7170 7181 7881,'-15'5'298,"1"2"1300,3 0-1312,7-1 1,-1-5 0,6 2 0,5 1 0,5-3-287,4-3 0,34-16 0,5-8 0</inkml:trace>
  <inkml:trace contextRef="#ctx0" brushRef="#br0">7369 6883 7844,'-8'0'5525,"-1"0"-4843,6 0 0,-2 6 1,6 2-1,3 3 178,5 2-860,-4 4 0,6 3 0,-2 6 0,2 3 0,0 5 0,-2 5 0,-2 4-12,-1 1 1,-2 5 0,-4 5 0,-2-2-273,-2-1 113,-3-1 0,-6-5 0,-3 0 0,0-3 0,-1-3 0,1-5 171,-1-5 0,-24-23 0,-11-8 0,-3 1 0,1 0 0</inkml:trace>
  <inkml:trace contextRef="#ctx0" brushRef="#br0">5235 8223 8017,'-12'0'418,"3"0"1,4 0 2648,4 0-2935,-2-6 1,14 3 0,-3-5 0,3 0 0,1 0 0,1 1-727,-1 1 1,1 2 0,-1 4-663,1 0 1256,-1 0 0,-22 61 0,3-23 0,-1 0 0</inkml:trace>
  <inkml:trace contextRef="#ctx0" brushRef="#br0">5223 8434 8017,'-9'4'0,"3"1"670,0 2 0,2-3-69,4 5 1,5-7 0,5 2-1,4-4-445,2-4 0,6-3 0,-1-5-156,3 0 0,10-14 0,6-5 0,3-3 0,1 1 0</inkml:trace>
  <inkml:trace contextRef="#ctx0" brushRef="#br0">5756 7950 7855,'-12'0'146,"-1"0"2988,1 0-2186,5 0-594,1 0 1,6 1 0,0 3 241,0 5-540,0 2 0,0 1 0,0 1 0,0 0 0,0 2 1,0 2-1,0-2-518,0-1 117,0-2 0,0 1 1,0-1-936,0 1 1151,0-12 1,6-4-1,1-13 1,1-5 0,0-2-1,2-2 1,1 0-51,1 0 197,1 6 0,-5-3 0,0 5 0,2 3 0,1 3 0,2 5 581,-1 0-398,0 7 0,-3 6 0,-1 7 0,0 3 0,0 3 0,-1 4 0,0 1-1775,0-1 1402,1-4 0,1 3 0,-2-4 172,-2 1 0,-17-8 0,-9-6 0</inkml:trace>
  <inkml:trace contextRef="#ctx0" brushRef="#br0">5644 8297 7964,'-19'4'0,"1"0"1552,0-1-806,5-1 0,0-4 0,10-1 1,7-1-116,9 2 1,5-5 0,7 0 0,-1-2-350,1 1 0,4 0 0,0-3 0,-1 1-204,-2 2 0,0 4 0,2-3 0,1 1-478,-2 4 0,-1 0 1,1 2-1,0 0-636,2 0 0,0 0 0,-4 2 0,-2 2 1036,-2 4 0,-9 20 0,-6 5 0</inkml:trace>
  <inkml:trace contextRef="#ctx0" brushRef="#br0">5768 8595 7950,'-6'5'1281,"-4"-2"-641,6 5 0,1-5 0,7 1-579,4-2 0,3-2 1,2 0-1,1 0 1,1 0-1,3 0 0,1 0 1,2-2-1,-1-1-363,1-1 1,-6-5-1,3 0 1,-1-2 174,-1-1 0,-5 0 1,-7-1-1,-2 1 98,-2-1 0,-2 5 1,-3 0-1,-6 0 216,-4 1 1,-7 1 0,1 6 0,-2 2 807,-2 2-811,5 3 0,-2 9 1,7 2-1,3 1 1,4 3-1,2 2 1,3-1-164,2-2 0,4 1 0,5-5 0,8-4-408,7-3 387,7-5 0,17-31 0,9-14 0,-14 13 0,1-1 0,-1 1 0</inkml:trace>
  <inkml:trace contextRef="#ctx0" brushRef="#br0">6314 8198 7950,'-12'8'3248,"0"0"-2325,-1 1 1,12-2-1,6-3 1,8-4-1106,3-4 13,6-3 0,-1-7 169,8-3 0,25-18 0,-22 12 0,0 0 0</inkml:trace>
  <inkml:trace contextRef="#ctx0" brushRef="#br0">6786 7875 7950,'-13'6'0,"-3"-3"0,-1 4 906,2-2-473,1 5 1,6-2 0,1 7-1,2 2 1,2-2 0,1 0-103,2 2-673,6-4 1,-3 5 0,4-5 0,0-1-1,-2 1 1,2-2-1802,0-3 2037,1-3 1,0-6 0,-1-3-1,0-4 1,-1-5 0,1-3-1,-1-5 178,4-2 0,-3 2 0,1 0 0,1-1 288,-3-1 1,5 3 0,-4 4 0,2 2 495,-1 2 1,0-1-1,5 2-566,-1 3 0,-4 4 0,1 8 0,0 4-610,2 3 1,-3 6 0,1-1 0,-1 1-2160,-1 1 2479,4-4 0,-26 31 0,0 2 0</inkml:trace>
  <inkml:trace contextRef="#ctx0" brushRef="#br0">6724 8248 7939,'-24'5'964,"4"3"1,3-1-46,9 1 0,5-6 0,11-2 1,9-8-745,5-8 1,3-3 0,0-4 0,1 1-116,3 1 0,-3 4 0,3-2 1,-2 1-3009,2 3 2948,-3 1 0,5 35 0,-6 8 0</inkml:trace>
  <inkml:trace contextRef="#ctx0" brushRef="#br0">6773 8508 7923,'-12'4'187,"0"0"1,3 0 489,1-4 0,7 0 1,1 0-1,6 0-557,6 0 1,4-5 0,2-3 0,1-3-175,3-2 0,-2 1 0,-1-1 0,0 1-245,1 0 0,-5-1 0,1 1 1,-2-1-206,-2 1 0,-5 0 1,-3-1-1,-2 1 438,-2-1 1,-6 6 0,-2 3-1,-4 3 404,-5 1 0,2 5 0,-6 4 0,1 3 151,0 5 0,2-2 1,6 6-1,0 1-119,-1 1 1,5 2 0,1 0 0,1-1-312,4 1 1,4-4 0,4-2 0,2-2-532,6-6 1,0-4 0,6-7 0,3 0-737,0 0 1208,2-6 0,-4-22 0,-1-11 0,3-6 0,0 1 0</inkml:trace>
  <inkml:trace contextRef="#ctx0" brushRef="#br0">7096 8297 8115,'-13'0'1153,"1"0"156,0 6 1,6-5-814,6 3 1,6-2 0,6-2 0,0 0-957,1 0 1,-1 0 216,1 0 0,-2 1 0,-3 3 426,-4 4 0,-3 3 0,-1 2 64,0-1 1,2-5 0,1-1 0,2-2-286,2 0 0,3 0 0,5-4 38,1 0 0,24-33 0,9-17 0,-15 16 0,0-1 0,0 1 0</inkml:trace>
  <inkml:trace contextRef="#ctx0" brushRef="#br0">5496 8905 8032,'-9'11'56,"1"-3"1,1 3 0,-1-3 0,4 3-1,4 1 1348,4-4-1282,3-3 1,2-5-1,2-1 1,3-3 0,0-4-1,0-4 1,-2 0 103,1 0 1,-1-6-235,0-3 1,-1 2-1,-1-3 1,-2-4-1,1-5 1,-1-2-186,0 0 0,-5-4 1,1-6 4,-3-1 1,-1-6 0,0-5 0,-2-3 0,-5-4-7,-6-2 0,3 27 0,0 1 0,0 0 0,0 0 191,1-1 0,-1 1 0,-12-30 0,6 15 0,2 8 0,4 10 71,6 5 146,3 9 1,2 7-1,3 8 238,4 2 1,-1 2 0,2-1-133,0-3 0,-2 1 0,1-4 1,3 0-1,3 2 225,3-1 0,5-3 0,-2 2-296,4 0 0,1-3 0,1 5 0,3-2 0,5-3 401,6-1-573,4 4 0,13-4 0,6 3 1,-27 3-1,1-1 0,4-1 1,1 0-1,1 0 0,1-1 1,1-1-1,-1 0 18,1 0 1,0-1-1,0 0 1,1-1-1,5-1 1,0-1-1,0 1 1,0-1-208,-1 1 1,-1 0-1,1-1 1,-1 1-1,-6-1 1,-1 1-1,2 0 1,1 1-47,3 0 0,-1 1 0,0-1 0,0 0 0,-3 2 0,-3 0 0,-5 1 0,-1-1-430,23-4 0,-9-1 1,-3 10-1,-5 1-37,-2 2 0,-13 1 1,-5 1-1,-8 3-1180,-4 4 1805,2 3 0,-15 7 0,2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9862 11671 7172,'4'-9'22,"2"2"0,1 1 1,2 0-1,2 1 0,2 0 1,-1 1 141,1 0 0,3-4 0,2 2 0,0 1 22,0-1 1,4-2-115,-1 4 0,2 0 0,2 2 0,0 0 0,1-2 0,3 1 89,4 1 1,4 2-168,5 0 0,-2 5 1,5 0-1,1 1 0,-1 0 1,-1 0-58,-1-1 0,-2 1 70,-4-2 1,5-3-1,-1 4 1,2-4-1,2 0 1,5 2 76,1 1-52,5 0 1,-5-2 0,2 2-1,-5 3 1,-4 1 0,2 0 0,2 1-67,7-3 17,10 0 0,2-6 1,-31 0-1,0 0 1,34 0-1,1 0 1,-1 0-1,-34 0 1,0-1-158,1-1 1,1-1 163,2 3 0,0-1 1,4-4-1,-1-1 0,-1 2 1,0 1-1,-1 0 0,-2-1 1,-1 1-1,-1 1 0,-1 0 1,1 0-1,-1 0 0,1 0-126,0 0 0,0 1 75,4 0 0,-2 0 1,26 7-1,-4 2 1,-10 3-1,-6 2 1,3-1-1,5 0-17,5 1 0,1 1 0,-1 1 1,-4 1 19,-3-1 1,-9 3-1,-5 0 1,-5 0-80,-2 0 1,-2 0 0,5-3 0,2 2 107,0-2 0,14-7 1,4-4-1,7-2 473,2-2 0,-2-4 0,0-1 0,-2 1-274,1-1 0,-24 3 0,1 1 0,4-3 0,0 0 0,3-1 0,0 0-16,0 0 1,1-1 0,-1 0 0,-1 1 0,-2 0 0,0 0 0,3 2 0,0-1-130,1 2 1,1-1-1,4 1 1,0 0-1,-4 2 1,0 0-1,-4 0 1,0 0-90,-1 0 0,-1 0 1,-1 0-1,1 0 0,5 0 1,2 0-1,-1 0 1,1 0 32,-1 0 0,1 0 0,-4-1 0,0 0 1,-7 0-1,0 0 0,1-2 0,1 0 17,1 0 1,1-1 0,5 2 0,0 0 0,2-1 0,-2-1 0,-3 1 0,-1 1 20,-2 1 1,-1-1 0,-1-1 0,-1-1 0,5 1 0,0-1 0,2 0 0,1 0 21,-1 0 0,1 0 0,1 2 0,-1 0 0,-5-2 0,-2 1 0,0-1 0,-1 1 41,33-4 1,-31 5 0,1 0-1,2-2 1,1 1 0,0 0-1,0 0 2,-2 2 0,0 0 0,-1 0 0,-1 0 0,-1 1 0,-1 0 0,36 0-43,-36 0 0,1 0 0,3 0 0,1 0 0,0 0 1,1 0-1,-1 0 0,0 0-22,-3 0 0,0 0 0,1 0 0,-1 0 0,-1 0 0,0 0 0,2 0 0,1 0-59,2 0 1,0 0 0,2 0 0,0 0 0,0 0 0,-1 0-1,0 0 1,-1 0-83,-2 0 0,1 0 0,-1 0 0,0 0 0,2 0 0,1 0 0,2 0 0,2 0 94,0 0 0,0 0 0,0 0 1,-1 0-1,-3 0 0,0 0 1,0 0-1,0-1 79,2-1 0,0 0 0,2 1 0,1 0 0,1-1 1,1-1-1,-1 1 0,0 0 114,-3 0 1,1 0 0,1-3 0,1 1-1,0 2 1,1 0 0,2 0 0,-1 0-49,-1-1 0,0 0 0,-2 3 1,0-1-1,-4-1 0,1 0 1,0 1-1,0 1-53,1 0 1,1 0 0,-2 0 0,0 0 0,1 0 0,1 0 0,-2 0-1,-1 0-60,-2 0 0,0 0 0,5-1 0,-1 0 0,1 0 0,-1-1 0,3 0 0,0 0-27,-1 1 1,1 0 0,-2-1-1,0 1 1,-1 0 0,0-1-1,1 0 1,1-1-21,3-1 0,0 1 0,-3 1 0,1 0 1,-3-2-1,-1 1 0,0 0 0,-1 0 21,1 2 0,0-1 0,4 0 0,-1-1 0,0 1 1,0 0-1,0 0 0,-2 0 27,-1-1 1,-1 0 0,1 2 0,-1-1-1,-1-1 1,-1-1 0,1 1 0,1 1 22,1 0 1,-1 1 0,-2 0-1,-1-1 1,-1 1 0,0 0-1,-3-1 1,-1 0 49,32-1 0,-3-3 0,2 2 0,3 1-102,0 2 1,-4-3 0,-11-2 0,-9 1-198,-5-1 0,-8-2 0,-2 4 0,-1 1-690,0 2 923,-5 1 0,-1-6 0,-4-1 0</inkml:trace>
  <inkml:trace contextRef="#ctx0" brushRef="#br0">14961 11993 8027,'-18'7'0,"-1"-3"439,-1-3 1,7 4-1,6 0 546,1 2 0,-2-3-867,4 4 0,1-1 0,7 3 0,4-2 0,3 2 0,2 1 1,-1 1-1,2 1 0,1 0-246,2 4 0,3 1 0,-2 4 1,0-1-349,0 1 321,4 1 0,-4 2 0,4 0 0,-2-2 0,-1-1 0,-1-1 0,0 0-1132,-3-2 1005,4-1 0,-5-7 1,2-3-1,-2-4 282,-1-2 0,-1-58 0,0-12 0</inkml:trace>
  <inkml:trace contextRef="#ctx0" brushRef="#br0">15383 12005 8015,'-13'0'27,"2"-1"1,2-2-1,2-2 582,1-2-296,-3 4 0,6-8 0,-4 3 0,1-3 0,4-2 1286,0 1-1451,2 5 0,0 0 1,-1 5-1,-2-1 0,-2 6 358,-2 8-437,4 1 0,-9 13 0,1 0 0,-6 6 0,-1 5 0,-3 1 0,-1 2-272,-4 2 94,-7 3 0,5 5 0,-3-3 0,0-2 0,4-1 0,2-3 1,4-3-1888,5-4 1589,8-2 407,-3-12 0,4 4 0,-6-3 0</inkml:trace>
  <inkml:trace contextRef="#ctx0" brushRef="#br0">1377 6300 7957,'-19'0'161,"1"0"0,5 0 1,1 0-1,1-1 2677,3-3-2421,2 3 0,8-4 1,2 10-1,4 3 1,3 4-1,1 3 612,1 2-936,-1 10 0,5-6 1,-1 11-1,1 1 0,-1 5 1,1 5-1,-2 3-18,-1-2-291,-2 4 0,1-9 1,-2 2-1,-2-4 0,0-4 1,-1-5-1,0-6-3083,0-6 2730,1-7 569,-2-4 0,15-55 0,-2-12 0</inkml:trace>
  <inkml:trace contextRef="#ctx0" brushRef="#br0">1799 6263 8023,'-25'0'0,"0"0"0,2 0 401,2 0 1,-1 0 0,5 2 0,1 0 947,-2 2 1,4 6 0,-2-2 0,2 3-671,1 2 1,2 5-1,2 2 1,1 4-56,-2 1-775,-1-1 0,-2 7 0,1 2 0,0 4 1,-1 4-1,1 3 0,-1 1-686,1-4 0,4-4 0,1-2 1,1-4-440,4 0 0,0-8 1,4-8 1275,2-5 0,25-32 0,11-13 0</inkml:trace>
  <inkml:trace contextRef="#ctx0" brushRef="#br0">1762 6685 8032,'-2'-11'474,"-2"3"0,3-3 0,-3 2 572,2-2 0,2 3 1,0 0-259,0-2 0,2 5 0,2 0-645,4 4 0,3 1 0,1 0 0,1 1-110,-1 4-103,1 1 1,-1 11 0,0 1-1,-1 1 1,-1 3 0,-3 2-1,0 0-487,0 1 0,-4 0 0,2 0 1,-1 1 4,0 3 455,0-3 0,-4 5 0,0-8 0,0-2 0,0-5 0,0-2 0,2-3-702,2-3 799,-3-2 0,13-34 0,5-21 0,-1 0 0,-1 1 0</inkml:trace>
  <inkml:trace contextRef="#ctx0" brushRef="#br0">2059 6400 7979,'-18'0'261,"5"0"1,-4 0 1980,3 0 0,3-2-1667,3-2 1,4 1 0,8-5 0,4-2-1033,3-1 0,6 3 0,1 1 0,0 2 457,0 2 0,20 7 0,2 3 0</inkml:trace>
  <inkml:trace contextRef="#ctx0" brushRef="#br0">2270 6536 7980,'-19'7'888,"2"-3"1,4-3 94,0-1 1,12 0 0,5 0 0,7-1 78,5-3-1045,-2-3 1,8-1 0,-4-1-1,2 1 1,0 0 0,1 1-1,-2 2-846,-1 2-1980,-1 1 2809,1 2 0,-5 17 0,5 4 0</inkml:trace>
  <inkml:trace contextRef="#ctx0" brushRef="#br0">2270 6772 7980,'-26'20'0,"5"0"0,8-2 55,4-3 0,5-7 0,8-4 1,6-3 384,5-1 1,6 0 0,8-1 0,4-3 78,3-4 0,-1-3 0,0-2 0,-2 1-519,1-1 0,-8-9 0,1-7 0,2-1 0,0 0 0</inkml:trace>
  <inkml:trace contextRef="#ctx0" brushRef="#br0">2766 6338 8030,'-11'-2'1451,"3"-2"1,-3 4-528,3 0 1,2 7-1,2 10 1,3 5 8,1 5-1053,0 5 1,0 11 0,0 3 0,0 7 0,0 3-1,1 2 1,2-1 119,1-2 0,0-2 0,-4-3 0</inkml:trace>
  <inkml:trace contextRef="#ctx0" brushRef="#br0">1179 7739 8049,'-13'17'115,"1"1"0,1 1 0,1 1 1,3 1-1,2 0 0,2 1 256,1 1 0,2 3 0,0 2 0,2 0-466,2-5-1378,-3 2 1473,10-11 0,-9-2 0,3-6 0</inkml:trace>
  <inkml:trace contextRef="#ctx0" brushRef="#br0">1228 7503 8063,'-7'-1'411,"3"-3"0,4 3 1,6-4-412,6 4 0,39-4 0,15-2 0</inkml:trace>
  <inkml:trace contextRef="#ctx0" brushRef="#br0">1464 7764 8013,'-4'8'-50,"-2"-1"0,1 0-477,-1 0 437,2-4 0,10 1 1,2-8-1,4-5 0,3-2 90,2-1 0,16-23 0,0-5 0</inkml:trace>
  <inkml:trace contextRef="#ctx0" brushRef="#br0">1588 7404 8013,'-8'0'215,"-1"0"262,0 0 0,3 2 1,2 3-1,3 7 938,1 8-1340,0 9 0,0 9 0,1 13 0,3 9 0,4 7 1,-2-32-1,-1 0 0,2 2 0,-1-1-247,0 0 1,0 0 142,7 30 0,-9-30 1,0-2-1,3 27 1,-2-9-1,-2-7 1,-1-8-1,-4-3-384,-2-1 186,-3-11 0,-1 0 1,0-13-1,-2-8 227,-1-8 0,-2-37 0,2-19 0,3 15 0,-1 1 0,0 0 0</inkml:trace>
  <inkml:trace contextRef="#ctx0" brushRef="#br0">2208 7466 8013,'-12'-4'634,"-1"0"0,1 0 2438,0 4-2797,5 0 0,1 5 0,6 5 0,0 5 0,0 7 0,0 6 0,0 8 0,2 6 0,0 11 322,2 6-760,6 0 0,-9 9 1,5-6-1,-2-2 0,0 0 1,-1-5-1,-2-6-1099,-1-9 1198,0-1 0,0-18 0,-1-1 0,-3-7 0,-3-9 0,0-10 170,3-8-46,-3-10 0,6-8 0,-3-5 1,2 0-1,2-1 0,0 1 0,0 0 291,0 0-356,0 5 0,6 2 0,1 6 0,1 4 0,1 3 0,4 3 0,2 3-160,0 3 131,4 2 1,-5 16-1,4 4 1,-3 4 0,-1 2-1,-3 3 1,-1 0-324,-3 3 375,-2 2 1,-5-3-1,-1-1 1,-3 1-1,-5-1 1,-3-2-1,-3-3 116,-2-1 1,-1-2-1,3-3 1,-1-1-500,1 1 0,1-7 0,1-1-661,1-4 0,5-2 1026,3-4 0,30-29 0,9-13 0</inkml:trace>
  <inkml:trace contextRef="#ctx0" brushRef="#br0">2593 7950 8002,'-13'7'0,"1"-3"336,0-3 0,-1-1 0,1 0 795,-1 0 1,2-1-615,3-3-474,2-3 1,5 1-263,-3 6 1,3 10-1,-4 8 1,3 1 19,-2 3 0,2 2 1,-3 1-1,1-2 300,-1-2 0,1 1 0,4-6 339,0-1-305,0-6 0,2-4 0,2-6 0,4-5 0,3-5 0,1-5 0,1-4 995,-1-2-1094,1-1 0,-1 2 1,1 2-1,-2 1 1,-2 3-1,-1 1-174,2 2 56,-4 5 1,1 3 0,-5 9-1,2 6 1,-1 6 0,-1 1-920,-2 0 751,0 4 1,0-9 0,0 4-1,0-3 1,1-2-1201,3 1 0,2-8 1450,2-5 0,3-39 0,-4-14 0</inkml:trace>
  <inkml:trace contextRef="#ctx0" brushRef="#br0">2828 7553 7889,'-12'0'3122,"0"1"-1385,-1 4-1615,6 1 0,2 8 0,5 4 0,0 8 1,0 10-1,0 10 0,0 6-193,0 6 0,0 2-367,0 2 0,0-4 0,1-3 0,3-4 0,3-8 0,1-8-1474,1-11 1,0-10 1911,8-10 0,3-34 0,1-15 0,5-4 0,1 1 0</inkml:trace>
  <inkml:trace contextRef="#ctx0" brushRef="#br0">3015 7764 7973,'0'-25'440,"0"0"0,0 5 1,0 0 1049,0 2 1,0 10-1018,0 12 1,0 10 0,0 14 0,0 2-420,0 2 1,4 1 0,0 4 0,0 0-697,1 0 1,-3-1-1,3-1 642,1-2 0,6 0 0,8 4 0</inkml:trace>
  <inkml:trace contextRef="#ctx0" brushRef="#br0">3362 7888 7873,'-13'0'1716,"7"0"0,1 0-1634,10 0 1,0 1 0,5 2 50,-2 1-115,-5 0 0,6-2 0,-3 2 0,-1 4 128,1 3-133,-2 2 0,0-1 0,0 0 0,-1 1 0,-2-1 0,-1 1 0,0-1-269,0 0 317,0-5 0,0 4 579,0-3-202,0-2-344,0 0-428,0-6-2025,0 0 0,5-6 840,-1-2 1519,0 2 0,-26-32 0,-6-4 0</inkml:trace>
  <inkml:trace contextRef="#ctx0" brushRef="#br0">3337 7925 7929,'-12'0'673,"-1"-1"498,1-3 0,4 2-450,-1-2-377,7 3 0,-3 1 0,10 0 0,3-2 0,3 0 0,1-3 942,1 3-1331,-1 0 1,0 2 0,1 0-1,-1 2 1,1 2 0,-1 4 0,-1 4-53,-3 5-170,3-3 1,-9 9 0,3-1-1,-1 4 1,1 3 0,-3 0 0,0 0-865,-2 0 1110,0 0 1,-2-1 0,0-3-1,-1-8 1,3-7-1128,3-10 890,6-5 0,-2-19 1,6-5 257,-1-5 0,-1-4 0,1-6 0,1-2 0,1 0 0</inkml:trace>
  <inkml:trace contextRef="#ctx0" brushRef="#br0">3523 7553 7903,'-18'12'-385,"4"-3"1,-2-2 0,3-1 384,5 1 1297,3-4 1,6 3 0,5-6 0,5 0 0,5-2-1702,3-2 171,-3-3 233,7 0 0,-9-9 0,4 2 0</inkml:trace>
  <inkml:trace contextRef="#ctx0" brushRef="#br0">4119 7913 7971,'-13'0'675,"1"0"1,-1 1-1,1 2-146,0 1 1,1 6 0,1-2 0,3 3 0,1 1 0,4 1 0,0-1-666,2 1 0,6-1 136,2 0 0,14-5 0,4-1 0</inkml:trace>
  <inkml:trace contextRef="#ctx0" brushRef="#br0">4131 7677 7916,'-12'0'386,"5"1"0,3 4 0,2 3 893,2 3-1373,0 1 1,7 1-1,4 0 1,4 4-1,0 4 1,-1 2 0,-1 3-1857,-1 3 1780,0 3 1,-3 1 0,-2-1 0,-2-2 0,-2-1-1,-2-2 1,-1 0 1936,0-4-1384,0-12 0,-4 2 0,0-18 1,1-8-1,2-9 1088,1-7-1464,5-3 0,2-4 0,6 3 0,-1 4 0,0 3 0,1 2 0,1 4-276,2 3 127,-2 9 1,4 2 0,-7 8 0,-1 3 0,-2 8 0,0 7 0,0 7-1617,1 2 1758,-1 0 0,-1 12 0,-2 4 0</inkml:trace>
  <inkml:trace contextRef="#ctx0" brushRef="#br0">4751 7503 8155,'-12'0'1067,"4"0"1,-1 0 950,0 0-1795,3 0 0,1 7 0,5 4 0,0 7 0,0 6 0,0 7 0,0 8 305,0 6-597,0 4 1,0 4-1,0 1 1,0-3-1,1-3 1,2-5 0,1-3-997,-1-4 290,-2-7 1,3-4 0,0-9-1,0-3 775,2-5 0,-5-30 0,5-13 0</inkml:trace>
  <inkml:trace contextRef="#ctx0" brushRef="#br0">4801 7813 7940,'-11'-1'0,"1"-2"615,2-1 1,4 0-1,-3 3 280,1-3 1,4-2 0,6-2-725,4 4 0,3-2 1,3 2-1,2 1 1,5 2-1,1 1 1,0 0-1,-3 1 1,-1 3-335,-2 5 120,-3 7 1,0-2 0,-2 4 0,-3 0-1,-4 1 1,-4 2 0,-4 1 44,-4 4 159,-9-1 1,-2 1 0,-6-5 0,0-1 0,1 0 0,-1-4 0,1-2 530,4-2-1337,2-5 1,5-1 0,2-8 0,3-2 644,4-4 0,36-36 0,9-10 0</inkml:trace>
  <inkml:trace contextRef="#ctx0" brushRef="#br0">5086 7888 7940,'-20'21'327,"0"-2"1,4 0 249,5 0-213,-2-3 1,12 6 0,-3-6 0,4-2 0,4-4 0,6-6-365,5-3 0,26-45 0,-15 16 0,0 1 0</inkml:trace>
  <inkml:trace contextRef="#ctx0" brushRef="#br0">5185 7603 7888,'-12'0'1159,"0"0"146,-1 0-1256,6 5 1,2 2 0,5 5 0,0 1 0,1 1 0,3 2 0,3 5-3976,0 2 3816,4 2 1,-8 0 0,4 1 0,-2 2 0,-2 2-1,-2 0 1,-1 1 109,0-4 318,0-6 1,-4 1 0,-1-7 0,-1-7 2419,1-10-2568,1-11 1,9-12-1,2 1 1,1-1-1,1 0 1,-1 1-1,0 4 137,0 3-328,1 3 1,-1 8 0,0 3 0,0 7-1,-1 8-190,-2 8-694,-4 3 905,4 2 0,-3 11 0,3 2 0</inkml:trace>
  <inkml:trace contextRef="#ctx0" brushRef="#br0">5508 7565 7888,'-14'0'1315,"-2"0"0,2 0 0,-1 2 1976,5 2-3136,5 3 1,10 7 0,3 4-1,2 6 1,0 9 0,-2 7 0,2 6-2329,1 2 1735,-5 7 0,1 0 0,-4 5 1,1-4 437,-1-1 0,-7 10 0,-3-2 0</inkml:trace>
  <inkml:trace contextRef="#ctx0" brushRef="#br0">5632 7565 7879,'-25'6'420,"2"-3"0,2 4 0,6-1 5965,5 1-5981,5-4 1,6 4 0,5-4 0,6 1 0,7 0 0,6 2 0,3 0-1281,1 1 788,0 4 0,-6-4 88,-2 6 0,-3 43 0,-6 12 0</inkml:trace>
  <inkml:trace contextRef="#ctx0" brushRef="#br0">5520 7863 8148,'-12'0'585,"0"0"1,1-1-1,4-2 2489,7-1-2862,5-6 1,13 3 0,4-5 0,6 1-1,3 1 1,2 2 0,-1-2-1201,-1-1 917,-3 4 1,-3-2 70,0 5 0,-6 38 0,-1 14 0</inkml:trace>
  <inkml:trace contextRef="#ctx0" brushRef="#br0">5471 8012 7858,'-20'4'1,"4"0"0,2 0 599,2 2 340,-1-5 1,8 5 0,6-6 0,10-2 0,9 0 0,3-4 1801,2-1-2748,0-1 0,1 1 0,3 2 0,2 0 1,1 1-1,-2 1 0,-1 2-1209,0 1 647,0 0 1,-4 0 0,0 0 0,-2 1 0,-1 2-1,-2 1 568,-2-1 0,-13-7 0,-6-3 0</inkml:trace>
  <inkml:trace contextRef="#ctx0" brushRef="#br0">5781 7751 8040,'-13'0'821,"5"0"1,1 2 869,2 2-1489,-5-3 0,9 10 1,-3-2-1,2 3 1,2 5-1,0 3 1,0 4-33,0 0-453,0 7 0,2 2 0,0 7 0,3 3 1,-3-1-1,0 1 0,-2-4 283,0-5 0,5-9 0,2-7 0</inkml:trace>
  <inkml:trace contextRef="#ctx0" brushRef="#br0">5979 7875 7878,'-7'-5'675,"-2"2"1665,5-5 0,1 4-1843,7-4 1,7 5 0,7-1 0,0 1 0,1 0 0,1-1 0,2 1 0,1 2 0,0 1 778,-2 0-1346,3 0 1,-11 0-1,4 1 1,-3 3-1,-3 5 1,-3 3-1,-4 3-1752,-3 2 1506,-1 5 0,-9 1 1,-5 8-1,-4 0 1,-4 5-1,-3 3 0,-2 2-1074,-2-1 1541,-6 4 0,10-7 0,1 0 0,6-8 1,4-7-1,3-5 1886,3-3-1588,8-7 0,8-2 1,8-6-1,7-2 0,4-2 1,5-2-1,1-3 126,0-1-2417,0-1 1,4-1 1841,0 1 0,-16-23 0,-4-5 0</inkml:trace>
  <inkml:trace contextRef="#ctx0" brushRef="#br0">1563 9141 7931,'-12'24'56,"-1"3"1,2 1-1,2 7 1,2 3 0,1 4-1,3-2 467,2-2 0,5-3 0,2-6 0,1-9-73,2-4-341,8-10 1,-2-1 0,4-10 0,1-4 0,-1-6 0,3-7 0,1-6 739,2-5-768,0-8 1,-2-3-1,-2-6 1,-4 0-1,-5 1 1,-4-1 0,-4 2 484,-2 2-570,-8 4 1,-2 10 0,-10 3 0,-7 4-1,-5 5 1,-3 4 0,1 7-277,2 5-65,1 13 0,5 6 0,4 14 0,5 6 0,5 5 345,6 5 0,10-6 0,3 4 0,1 2 0,1 1 0</inkml:trace>
  <inkml:trace contextRef="#ctx0" brushRef="#br0">2097 9401 7931,'-13'19'559,"6"3"1,3-5 0,3-2 346,1-1 0,1-3 0,3-3-755,4-4 1,8-4-152,0-4 0,23-41 0,-19 14 0,0 1 0</inkml:trace>
  <inkml:trace contextRef="#ctx0" brushRef="#br0">3064 9203 7864,'-1'17'-38,"-2"3"1,-1 0-1,0 1 1,0 0 0,-1-1-1,3 1 445,0 1 1,2-4 0,0-1 0,0-4 264,0 0-488,0-6 1,6-2-1,2-6 1,2-3-1,-1-6 1,1-5 0,2-6 820,4-2-960,0-8 1,-3 0 0,-2-6 0,-2-1-1,-2 1 1,0 1 0,-1 2-547,-1 1 300,-1 5 0,-4-2 1,0 6-1,-1 4 0,-3 5 1,-5 5 200,-2 6 0,-12 39 0,-5 22 0,-2 2 0,0-1 0</inkml:trace>
  <inkml:trace contextRef="#ctx0" brushRef="#br0">3362 9265 8209,'-13'20'0,"1"1"453,0 1 0,5-4 1,3-2-2083,2-2 1629,13-7 0,47-23 0,-18 2 0,0 0 0</inkml:trace>
  <inkml:trace contextRef="#ctx0" brushRef="#br0">3573 9227 7911,'-13'13'-232,"6"-6"0,24-29 0,11-13 1</inkml:trace>
  <inkml:trace contextRef="#ctx0" brushRef="#br0">3722 9004 7941,'-13'0'309,"5"4"1,1 2 0,0-1-1,2 2 1,-2 0 832,0 3 1,4 1-1,-1 1 1,3 1 226,1-1-1377,5 6 1,-2-3-1,4 6 1,0 1 0,0 0-1,2 0 1,1-3-369,-2-1 205,3-1 0,-4-6 0,5-3 0,2-4 0,1-4 0,2-4 1,-2-6-857,-1-5 1107,-2-4 0,-1-6 1,-1 0-1,-2 2 0,0 2 1,-1 5-1,-1 2 905,-1 1-925,-3 6 0,7 3 1,-3 10-1,-1 6 0,2 9 1,-1 5-249,-1 3 136,5 5 0,-3-7 0,5 0 0,2-3 0,1-6 0,3-5 0,0-7-304,0-8 428,4-10 1,-7-13 0,5-8 0,-3-3 0,-1-1 0,-3 0 0,0 0-56,-1 0-824,1 5 1,-6 3 806,-3 8 0,-20 20 0,-4 9 0</inkml:trace>
  <inkml:trace contextRef="#ctx0" brushRef="#br0">968 10530 7636,'-13'0'3540,"1"0"-2885,5 0 1,1-2-51,6-2-451,6 3 1,1-9-1,5 5 1,1-1-1,-1-1 1,0 2 525,1-1-706,-1-4 0,5 8 0,1-5 0,1 0 0,3 0 0,0-3 0,0-1-935,-1-1 754,0 0 0,5 3 0,0 1 0,0-2 0,-2 1 0,-2 0 207,-3 5 0,-12 19 0,-9 6 0</inkml:trace>
  <inkml:trace contextRef="#ctx0" brushRef="#br0">1005 10517 7968,'-18'0'214,"4"2"1,-2 0 2042,2 2-1974,7 6 1,1-7 0,6 5 0,2 2 0,2 1-1,6 1 567,5 1-901,-1-7 0,5 6 0,-4-4 0,3 3 0,0 1 0,0 1 1,-2-1-81,2 0-25,-4 1 0,4 5 0,-7 1 0,-3 3 0,-4 2 0,-2 3 0,-2 3-1071,0 5 1139,-6 1 1,-2 1-1,-9-1 1,-3-2 0,-2-2-1,0-3 1,1-6-632,-1-5 821,4-4 1,-5-7 0,3-3 0,1-3 0,2-2 0,5-3 2823,4-4-2609,2-3 0,8 2 0,2 1 0,4 0 0,4-1 1,4 3-1,1-1 61,3 0 0,0 4 0,5-1 0,0 2-378,0 2 1,4 0-1,1 0 1,2 0-952,2 0 0,2 0 1,1 0-1,1 0-2817,-1 0 3768,0 0 0,6-11 0,1-2 0</inkml:trace>
  <inkml:trace contextRef="#ctx0" brushRef="#br0">471 10554 8083,'-12'0'635,"4"0"241,-1 0 0,7 6 1,-1 4-792,6 5 0,4 4 1,6 7-1,3 3 0,1 4 1,1 3-1,0 1 1,-1 2-1,-1 1-1406,1 1 884,5 0 1,-8-9 0,2-3 436,-2-3 0,-7-17 0,-2-5 0</inkml:trace>
  <inkml:trace contextRef="#ctx0" brushRef="#br0">645 10542 8133,'-23'1'131,"2"4"1,-1 1-1,5 8 1,2 1 2617,1 2-2436,2 5 1,1-3-1,1 7 1,3 3 0,1 4-1,-1 3 1,-2 1 348,3 1-1087,-6 4 1,10-2 0,-5 4 0,1-2 0,4-6-1,0-6 425,2-4 0,-11-12 0,-3-3 0</inkml:trace>
  <inkml:trace contextRef="#ctx0" brushRef="#br0">707 10815 8064,'-5'8'898,"-4"0"1,4-3 790,1 3-1623,8-5 0,4 2 0,7-5 0,3-1 0,1-2 0,4-3 0,0 1-158,2-1 92,0 2 0,16-1 0,4-2 0</inkml:trace>
  <inkml:trace contextRef="#ctx0" brushRef="#br0">794 11026 7988,'-23'12'361,"2"0"0,10-5 0,11-2 0,9-4 17,11-1 1,2-6 0,11-2-379,1-3 0,-1-2 0,3-3 0,4 0 0,-1-1 0</inkml:trace>
  <inkml:trace contextRef="#ctx0" brushRef="#br0">1687 10505 7988,'-16'0'436,"-1"0"1,2 1 0,2 3 0,5 5 438,4 2 0,3 1 1,1 2-1,2 2 770,7 5-1650,-1 2 1,15 4-1,-2 2 1,3 4 0,-12-17 1</inkml:trace>
  <inkml:trace contextRef="#ctx0" brushRef="#br0">2059 10455 7970,'-19'0'430,"-3"0"0,4 0 1,0 2 174,0 2 0,7 2-303</inkml:trace>
  <inkml:trace contextRef="#ctx0" brushRef="#br0">1712 10957 11573,'-7'44'-188,"2"-12"188,5-3 0,12-18 0</inkml:trace>
  <inkml:trace contextRef="#ctx0" brushRef="#br0">1129 12055 8047,'-13'-11'321,"1"1"0,1 2 0,1 0 0,2 0 3038,-2-1-3055,5 7 0,-1-3 0,6 10 0,0 3 0,0 4 0,0 5 0,0 3 44,0 4 0,0 2 0,0 3-504,0 4 1,0-1 0,2-1 0,1 1 0,2 0-260,2 2 1,-3-3 0,4-2 414,2-3 0,1-12 0,1-3 0</inkml:trace>
  <inkml:trace contextRef="#ctx0" brushRef="#br0">1154 11943 8047,'-13'0'452,"1"-1"675,-1-3 1,8 1-1,5-5 1030,7-2-2035,4 5 1,7-6-1,2 2 1,5-2 0,3-1-1,2-2 1,1 0-282,-1 2 1,-1-3 0,-3 8-1,0 0-498,-1 3-1596,8 3 2253,-18 1 0,-2 38 0,-15 10 0</inkml:trace>
  <inkml:trace contextRef="#ctx0" brushRef="#br0">1241 12154 8131,'-17'7'0,"0"-1"1795,2-1-1071,2-3 0,11 3 0,6-5 0,7-1 274,6-3-1206,2 2 1,2-7 0,-1 4 0,3 1 0,-1 0-1,0 0 1,-3 1 207,-1 2 0,-7 45 0,-6 11 0</inkml:trace>
  <inkml:trace contextRef="#ctx0" brushRef="#br0">1253 12378 7958,'-25'12'125,"0"0"0,2-1 1001,2-2 1,7 0-602,6-5 0,7 1 0,2-5 0,10 0-230,8 0 0,6-6 0,3-2 0,2-3-615,2-2 1,-3 1 0,3 0 0,-1-1-608,1 1 927,1 5 0,15-26 0,3-2 0</inkml:trace>
  <inkml:trace contextRef="#ctx0" brushRef="#br0">1662 11894 7978,'-24'7'1410,"0"-2"-332,3-5-530,9 0 0,12-5 0,10-4 0,5-3 1,5-3-1,5-3 0,4 0 650,4 0-1441,-2-4 1,4 8 0,-1-2 0,0 2 0,-1 3-1,-4 3 1,-3 4-2972,-1 2 2444,-6 2 1,-2 2 769,-9 2 0,-41 25 0,-15 11 0</inkml:trace>
  <inkml:trace contextRef="#ctx0" brushRef="#br0">1799 11869 7978,'-25'18'-67,"2"-3"1,0 4-1,4 1 553,1-1 1,2 2 0,5 3 0,2 0 1356,5-3-1568,3 2 1,1 0 0,0 8 0,1-1 0,2 2 0,3-2 0,-1 2-111,1-1 0,2-3 1,-3 0-1,2-5-133,3-2 0,1-6 0,1 1 1,2-3-389,3-5 1,-2-2 0,6-6 0,1 0-447,1 0 1,2-6 0,0-4 801,-1-5 0,0-22 0,-1-11 0,3-6 0,1 0 0</inkml:trace>
  <inkml:trace contextRef="#ctx0" brushRef="#br0">2059 11919 8122,'-12'-4'444,"-1"-1"0,2 0 0,2 2 866,1-1 0,5-2 0,0 4-821,6-2 0,4-1 0,5 7 0,0 2-547,1 4 0,3 7 0,2 3 1,0 2-357,0 2 0,4 2 0,-2 4 0,0 1-363,1-1 0,-2 2 0,3-1 1,-1-2 776,1 0 0,18-19 0,5-4 0</inkml:trace>
  <inkml:trace contextRef="#ctx0" brushRef="#br0">2493 11795 7925,'-12'0'422,"-4"-5"1,-1 1-1,0 2 509,0 0 1,3 4 0,-4 3 0,1 8-314,1 6 0,-5 4 0,3 2 0,0 1-649,0 3 0,0 7 1,3 5-1,-1 1-603,1 0 0,1-4 0,1-1 1,2-7 633,3-4 0,3-17 0,5-5 0</inkml:trace>
  <inkml:trace contextRef="#ctx0" brushRef="#br0">2506 12067 11730,'0'9'2362,"1"-1"-2313,3 2 0,-1-3 1,4 1-1,0 0-633,0-1 1,-3 4 0,4-3-1849,2 3 2068,1 2 1,-3-5-1,0-1 1,1 0-1,-1-2 364,0 1 0,1-19 0,3-7 0</inkml:trace>
  <inkml:trace contextRef="#ctx0" brushRef="#br0">2618 11906 7925,'-13'-5'1483,"1"3"295,-1-2-2062,6 3 398,2 1-114,16 0 0,19 0 0,16 0 0</inkml:trace>
  <inkml:trace contextRef="#ctx0" brushRef="#br0">2853 11708 8017,'-12'0'2960,"4"0"-1940,-1 0 1,12 0 0,3-2 0,6 0 8,5-2-1034,5-1 0,-7 7 0,5 1 0,1 2 0,0 3 0,-1 6 0,1 4-262,-2 1 0,-1 10 77,-5 0 0,-1 7 1,1 5-1,-2 3 0,-2 2 1,-2-2-171,-1-1 0,-2-1 561,-4 0 0,0-9 0,-2 0 1,-2-7-1,-4-5 0,-2-3 787,2 0 1,-3-10 0,3 0-928,-3-5 0,-2-3 1,0 0-1,-3-1 1,0-4-1353,1-3 1,0 1 1290,-2-1 0,-19-17 0,-9-8 0</inkml:trace>
  <inkml:trace contextRef="#ctx0" brushRef="#br0">3436 11931 7948,'-23'0'535,"2"0"1,2 0-1,4 0 1,-2 0-1,2 0 1,3 1 913,3 4 1,5 0 0,8 3 0,5-4-37,2-2-1427,7-2 1,5 0 0,7 0 0,1 0 0,0-2-1,1 0 1,1-2-1467,-1 1 1,-3 1 399,-9 2 1,3 6 1079,-7 2 0,-26 28 0,-13 11 0,-2 4 0,0 0 0</inkml:trace>
  <inkml:trace contextRef="#ctx0" brushRef="#br0">3362 12291 7931,'-24'12'1008,"4"1"1,10-7-357,14-1 1,14-10 0,15-3-1,3-3-1234,1-1 415,6-6 1,-4 3 0,1-5 166,-6 2 0,13-15 0,-2 0 0</inkml:trace>
  <inkml:trace contextRef="#ctx0" brushRef="#br0">3957 11646 8095,'-20'0'242,"-1"0"1,6 0 0,-2 0-223,3 0 1,6 4-1,1 1 770,2 2 1,1 6 0,4 5 0,-2 2 0,0 7 0,-3 4-1,3 6 1,-1 3 0,0 3-8,-1 1-1466,0 2 1,4-4 0,0-4 0,0-8 682,0-4 0,11-18 0,3-4 0</inkml:trace>
  <inkml:trace contextRef="#ctx0" brushRef="#br0">4292 11720 7959,'-14'6'0,"-2"1"536,-5 0 1,3 4 0,2-3 0,3 4 639,5 5 1,-3-2-1,3 6 1,-2 1-447,2 1-872,-3 7 0,4 2 1,-5 7-1,-1 2 0,1 3 1,-2 2-1,-1-2-1341,-2-2 674,1 0 1,-1-5 0,2-1 808,4-3 0,4-14 0,7-8 0</inkml:trace>
  <inkml:trace contextRef="#ctx0" brushRef="#br0">4292 12092 7927,'-19'0'634,"1"4"1,6 2-1,-1 1 1149,1 2-1396,-1 2 1,5 6-1,1 1 1,2 0 0,2 1-1,2 0 1,1 3-542,0 2-129,0 1 0,0-2 0,0-1 0,0-3 0,0-1 0,1-4-1357,3-4 1527,-2-5 1,4-6 0,-3-5 0,3-6 0,1-9-1,2-5 1413,2-3-1048,-4 0 1,8 0 0,-2 0 0,0 2-1,3 1 1,-1 2 0,3 4 1433,1 3-1739,-4 9 0,7-2 1,-4 6-1,0 4 0,0 7 1,-4 11-1,-3 8-666,-3 7-1157,-5 3 1876,2 1 0,-22-1 0,-10 4 0,0 3 0,-1-1 0</inkml:trace>
  <inkml:trace contextRef="#ctx0" brushRef="#br0">1054 13667 7983,'-12'0'316,"0"0"0,-1 2 0,2 2 0,3 4 312,4 3 0,2 2 1,2 0-1,0 4-213,0 4-398,0 2 0,0 7 1,0 3-1,0 5 0,-1 3 1,-3 4-1,-4 4 56,-3 0-239,4 1 1,-4-6-1,2-4 1,0-6-1,1-6 1,3-6-1238,4-5-167,1-9 1570,0-14 0,4-49 0,3-25 0,-2 21 0,-1 1 0,1-1 0</inkml:trace>
  <inkml:trace contextRef="#ctx0" brushRef="#br0">1017 13618 8060,'-1'-7'0,"-3"1"0,-5 1 1352,4 3 1,-1-4 244,6 1-1471,0 4 0,6-4 0,1 6 0,0 4 1,-2 6-1,-1 5 416,1-1-566,4 4 1,-6-1 0,4 4 0,0-3 0,-2-1 0,2-1 0,-1-1-993,-1 1 858,5-6 1,-7-1 0,5-6 0,1-3-159,2-4 281,-4-4 1,3-6-1,-4-3 1,-1-1-1,2-1 1,-2-2-1,2 1-43,0-3 0,2-1 1,2-2-1,-2 0 12,-1 0 0,1 0 0,3-1 0,1-1 42,-1-2 0,-4 1 1,0 6-1,1 3 126,-2 1 0,0 3 107,-3 6 0,-4 5 0,0 10-35,-7 6 1,0 6-1,-1 8 1,-1 2-8,2 1 0,-2 5 0,5-1 0,1 2-102,2-2 0,1 1 1,0-5-1,0-1-177,0-2 1,1-3 0,4-2 0,6-6-399,5-5 510,11 1 0,32-43 0,-19 14 0,-1 0 0</inkml:trace>
  <inkml:trace contextRef="#ctx0" brushRef="#br0">1600 13829 8045,'-5'7'89,"-3"-3"1,-4-3 612,0-1 0,4 0 17,0 0 1,6 0 0,2 0 0,7-1 0,4-3 0,1-3-105,1 0 1,3-3 0,2 5 0,2-1-157,2 1-886,-4 0 1,5 1 0,-4 0 0,2 1 426,0 2 0,-17 40 0,0 9 0</inkml:trace>
  <inkml:trace contextRef="#ctx0" brushRef="#br0">1563 14139 8045,'-19'7'679,"1"4"0,5-5 0,1 3 1198,0-1-1446,5-5 1,4 2 0,10-5 0,7 0 0,4 0 0,4-1-218,1-3-703,7 2 0,-1-7 1,7 3 488,3-1 0,1 1 0,4-1 0,2-3 0,0 0 0</inkml:trace>
  <inkml:trace contextRef="#ctx0" brushRef="#br0">2097 13643 8045,'-9'0'345,"2"-2"0,0-1 0,2 1 1,-1 3-1,4 7 3137,0 7-3228,2 5 1,0 5 0,0 1 0,0 3 0,2 5-1,0 6 1,4 6 803,1 2-1314,1 1 1,0 1 0,-1 0-1,0-3 1,0-5 0,1-6-1,1-6-3950,-1-6 4206,-5-5 0,-3-29 0,-7-5 0</inkml:trace>
  <inkml:trace contextRef="#ctx0" brushRef="#br0">2159 13729 8028,'-13'0'887,"1"0"1,3 0 680,1 0-1072,5 0 1,-1 0 0,10-1 0,5-3 0,5-4 0,4-3-431,2-2-439,1 1 0,2-1 1,1 1-1,2 0 373,1-1 0,16 23 0,1 5 0</inkml:trace>
  <inkml:trace contextRef="#ctx0" brushRef="#br0">2171 14052 8002,'-12'19'0,"1"-2"990,2-4 1,6-6-247,12-3 1,0-5 0,12-6 0,1-5 514,2-2-1734,0-5 1,5 1 0,0-3-1,-1 5 1,-2 2 0,-3 3-1,0 1-3523,-3 2 3998,-5 5 0,-24 31 0,-13 13 0</inkml:trace>
  <inkml:trace contextRef="#ctx0" brushRef="#br0">2345 14101 8002,'-25'32'-23,"0"-2"1,0-6-1,3-2 1,4-3-1,7-1 719,4-3 1,5-2 0,6-5 0,4-4 1878,3-2-2530,7-2 0,5-6 0,8-4 1,0-3-1,4-5 0,-1-2 0,1-2-45,-2-1 0,-8-18 0,-1-9 0,5-4 0,0 0 0</inkml:trace>
  <inkml:trace contextRef="#ctx0" brushRef="#br0">2655 13581 7974,'-24'12'0,"4"0"0,3-1 2384,3-2-1572,7-4 1,-1-1 0,8-1 0,6-6 0,5-6 656,5-6-1650,-2-8 0,9 8 1,-2-4-1,3 1 1,0 2-1,1 0 0,0 3-3768,0 2 3283,0 6 1,-5-4 0,0 5 665,-2 1 0,-35 46 0,-12 12 0</inkml:trace>
  <inkml:trace contextRef="#ctx0" brushRef="#br0">2779 13605 7974,'-25'17'0,"0"1"0,0 1 400,1 3 0,4-3 0,4 2 1,2 1 1126,2 2-1150,-1 0 0,6 1 0,2 0 0,1 0 0,-1 1 0,3 2 0,0 2 423,2 2-798,0 1 0,0 4 0,2-1 0,2-3 1,3-4-1,1-4 0,-1-5-147,-2-3 1,5-9 0,-2-4 0,5-3-130,3-1 1,-1 0 0,5-2-1,-1-5-736,0-6 0,3-3 1010,7-1 0,14-29 0,-17 16 0,-1 0 0</inkml:trace>
  <inkml:trace contextRef="#ctx0" brushRef="#br0">3002 13717 7918,'-19'0'88,"2"1"1,3 2 492,2 1 1,5 6 0,3-2 508,3 3 1,2 2 0,3 0-1,6 3-727,5 0 1,4 6 0,5-1 0,-2 2-370,-2 2 0,0 0 1,2 0-1,-2 1-472,3 3 0,-6-7 0,1 1 0,-1-3 478,-1-5 0,1-40 0,-5-11 0</inkml:trace>
  <inkml:trace contextRef="#ctx0" brushRef="#br0">3312 13667 7941,'-20'-8'605,"-1"0"0,6 5 0,-2-1 359,3 3 1,2 1-1,0 0 1,-1 1 975,1 3-1878,5 3 0,-4 5 0,4 2 0,-1 3 1,-1 3-1,0 5 0,-4 4-1023,-3 4 689,2 3 0,-8 5 0,4 2 0,0-2 1,0-1-1,3-7 0,3-4 272,3-5 0,24-52 0,9-21 0,4-1 0,-1 0 0</inkml:trace>
  <inkml:trace contextRef="#ctx0" brushRef="#br0">3449 13407 7941,'-18'5'713,"4"-3"0,-3 2-105,4-3 0,7-1 2953,6 0-3056,6 0 0,10-4 0,2 0 1,1 1-1,2 2 0,0 1 1,-1 0 654,3 0-1287,-6 5 1,5 0 0,-4 6 0,0 4 0,0 3 0,-3 5 0,-1 5-1753,-1 5 1816,-1 3 1,-5 5-1,-3 2 1,-3 1-1,-1 3 1,0-1-1,0 1 195,0-1 1,0-6-1,-1 0 1,-2-4 56,-1-3 0,-6-3 1,4 0-1,-3-5 173,1-2 0,0-3 1,-5-1-1,1-1-224,0-3 1,-2-2 0,-1-4 0,-3-2-574,-2-1 1,1-2 0,-3-4 0,3 0-3186,1 0 3620,1 0 0,-23-22 0,-7-6 0</inkml:trace>
  <inkml:trace contextRef="#ctx0" brushRef="#br0">1501 15180 8072,'-12'5'0,"-1"0"-39,1 2 0,-1-4 0,2 2 2854,3 1-2380,3-5 0,10 5 1,5-6-1,4 0 1,2 0-1,1-2 1,-1 0-1,2-4 984,1-1-1423,-3 4 1,6-6 0,-4 3 0,-1 1 0,3-2 0,-2 1 0,1 1-911,0 2-442,-4 2 1,3-1 1355,-5-2 0,-12 19 0,-2 0 0</inkml:trace>
  <inkml:trace contextRef="#ctx0" brushRef="#br0">1464 15466 8011,'-6'8'304,"-2"0"0,3-4 2821,0 5-2701,10-7 1,1 4 0,8-6-1,3 0 1,3 0 0,4 0 0,1 0 790,-1 0-1395,1 0 1,4 0-1,3 0 180,4 0 0,-2-2 0,5-2 0,6 1 0,1 0 0</inkml:trace>
  <inkml:trace contextRef="#ctx0" brushRef="#br0">2320 14957 8199,'-13'0'0,"2"-1"523,3-3 1,-3 2 0,3-2 204,-3 3 0,0 2 0,1 3-464,2 5 0,5 6 1,-1 4-1,1 3 0,0 7 1,-1 4-1,2 7 0,0 4 1,2 6-262,0 2 0,-4 6 0,0-6 1,1-2-430,2-3 0,2-9 1,3-2-1,5-10-731,2-8 1157,1-9 0,11-48 0,4-16 0</inkml:trace>
  <inkml:trace contextRef="#ctx0" brushRef="#br0">2469 15267 7934,'-20'25'24,"5"1"1,4 2 119,3 1 153,5 0 1,-2-4 0,5-1 0,1 1 0,3-3-1,6-4 1,4-7 304,2-4-708,6-3 0,-7-9 1,5-4-1,-2-3 1,-3-5-1,-1-3 0,-2-4 120,0 0 145,1-1 1,-6-4 0,-2 0-1,-1 0 1,0 0 0,-1 0-1,-3 1 892,-4 2-1084,3 7 1,-10 0-1,2 5 1,-2 0-1,-1 4 1,0 4 0,0 6-719,4 6 0,-3 4 751,3 11 0,8 44 0,1-25 0,-1-1 0</inkml:trace>
  <inkml:trace contextRef="#ctx0" brushRef="#br0">3002 14759 7923,'-16'0'263,"-1"0"0,2 0 0,1 0 0,3 1 0,1 2 0,2 2 756,-2 2 0,5 2 0,1 3 0,1 2-546,-1 2 1,3 4-403,-4 4 0,4 7 0,0 3 0,-2 6 0,-1 7 0,0 4-112,-2 3-193,5 5 0,-5-14 0,6 1 0,0-6 0,2-6 0,2-5 0,5-9-4424,7-9 4658,-3-6 0,49-38 0,-28 12 0,0 1 0</inkml:trace>
  <inkml:trace contextRef="#ctx0" brushRef="#br0">3163 15156 7800,'-5'11'-127,"-2"-2"0,-1 0 933,-1 0 0,5 6 0,-3 3 0,2 2 239,2 2-1049,2-4 0,1 4 1,0-6-1,0-1 1,1-2-1,3-5-318,5-4 61,2-8 1,1-3 0,0-5 0,1-2-1,-1-1 1,-1-2 0,-3 1-58,-3-2 1,0 4 0,-1-3 795,-1 4 0,-3 0-249,-4 1 1,-3 5 0,-5 3-130,-1 2 0,2 4 1,2 2-541,0 4 1,6 3 439,-1 2 0,14 16 0,4 4 0</inkml:trace>
  <inkml:trace contextRef="#ctx0" brushRef="#br0">3399 15218 8026,'-16'4'352,"-1"0"1,0 4 0,4-4 832,-4-1 1,3-2-1,-1-2-18,6-3-1148,3 3 0,6-10 1,1 4-1,4 0-921,3 3 810,-3 2 0,5 4 1,-5 2-1,1 5 1,0 5-1,-2 4 1,0 1-14,0 3 0,4-2 1,-2 0-1,1 2 143,2 2-45,2-5 0,-2 3 0,-1-4 0,0 0 0,0 0 0,-1-3 0,-1-1 20,-3-2 0,-2 1 1,-1-1-1,0 1 75,0-1 1,-10 0 0,-4 1 0,-3-2-76,-6-3 0,0 2 0,-2-5 1,0 1-162,1-1 1,4-1-1,4-5 1,2-3-668,2-4 815,5-9 0,21-19 0,10-8 0,4-6 0,-1 0 0</inkml:trace>
  <inkml:trace contextRef="#ctx0" brushRef="#br0">3660 15032 7923,'-9'8'105,"1"0"1,0 2 736,1 1 0,1-3 0,6 0-420,0 2 1,0-3-263,0 1 0,0 0 1,0 5-1,0-1 0,0 1 1,0 0-44,0 4-250,0-3 0,2 4 0,1-5 0,1 3 0,-2 0-898,0-1 918,3-6 0,-2-4 0,4-6 0,-2-5 0,0-6 1,-1-7-70,0-5 1,6-5 374,-2 0 1,-1-4 0,1 4-1,2 2 1,1 0 0,2 4 628,4 2 1,-3 8-705,2 4 1,2 7 0,0-1-1,0 7 1,0 8 0,-2 9-409,2 7 0,-8-1-241,2 6 1,-2-1 530,3 1 0,-23 36 0,2-33 0,1 1 0</inkml:trace>
  <inkml:trace contextRef="#ctx0" brushRef="#br0">24091 843 8241,'-20'17'0,"-2"-1"343,-1 0 1,7-1-1,1 1 1,4 6-470,2 6 1,3-1 0,-4 7 379,2 0 0,5 3 1,-1 5-1,2 3 0,4 2 1,2-2-1,4-3 1,3-5-1,3-4 196,3-4 1,-2-10 0,5-6 0,4-8-135,3-4 1,1-7-1,4-7 1,-1-7 299,1-8-511,-4-9 1,2-7 0,-5-7-1,-2-3 1,-2-3 0,-5 0-1,-2 0-811,-1 2 446,-1 1 1,-5 0 0,-2 2 0,0 5 0,-1 9 0,-2 9-1,0 7 260,-2 5 0,-11 36 0,-3 10 0</inkml:trace>
  <inkml:trace contextRef="#ctx0" brushRef="#br0">24116 1091 8025,'-28'-1'0,"5"-3"2469,4-4-1926,8-3 0,7-2 1,9 1-1,8-1 1,6 1-1,4 1 1,2 1 440,0 2-1677,5 5 0,-4-2 0,5 5 693,-1 0 0,29 16 0,-23-5 0,0-1 0</inkml:trace>
  <inkml:trace contextRef="#ctx0" brushRef="#br0">24947 781 8025,'-19'0'672,"2"0"0,4-4 1,0 0-1,2 0 1,3-2 455,4-2 0,4-1 0,5-1 0,8 2 503,6-2-1746,4-1 0,6 0 0,2 1 0,0 2 0,5 0 0,3-1 0,2 3-3431,-1 0 2784,-7 2 1,2 3 0,-8-2 0,-3-1 0,-9 2 0,-11 5 761,-12 5-107,-14-2 0,-16 9 0,-7-3 0,-3 4 0,-1 0 0,3 2 1,1 1-2005,3 3 2837,0-4 0,11 6 1,2-5-1,5 2 0,8-1 1,8 1-1,6 0 3040,6-1-3590,9 1 1,6 0 0,6-1 0,0 2 0,-1 2 0,1 1 0,-1-1-1091,-4 1 755,4 0 1,-10 0-1,2 1 1,-4 2 0,-3 1-1,-6-2 1,-6 1-239,-6 1 0,-7-5 0,-5 1 0,-2-7 735,-2-4 0,-1-7 1,-2-3-1,1-4 268,3-4 1,1-9 0,6-9 0,2-5-167,1-6 0,7 1 0,3-1 1,4-2-331,4 0 0,7 2 0,7 1 0,2 2-689,2 2 0,1 3 1,3 5-1,3 3 579,4 3 0,19 9 0,9 3 0,6 0 0,0-1 0</inkml:trace>
  <inkml:trace contextRef="#ctx0" brushRef="#br0">25853 757 8017,'-13'-7'248,"1"3"1,0-2-1,-1 2 3592,1 1-3566,-6 2 1,4 2-1,-4 3 1,0 6-1,-1 4 1,-3 4-1,-2 1 157,-2 3-517,-1 1 0,2 6 0,1 0 0,2-1 0,3-2 0,1-3 0,4-2-231,5-4 423,3-4 1,6 0 0,2-2 0,2-2 0,5-2 0,7-1 1136,4-3-1420,9-2 1,1-1 0,6 0 0,0 0 0,3 0 0,-1 0 0,2 0-4120,2 0 4296,-4 0 0,11 0 0,-5 0 0</inkml:trace>
  <inkml:trace contextRef="#ctx0" brushRef="#br0">26361 595 7933,'0'-12'1903,"0"4"-296,0-1 1,-1 7-1367,-3-3 1,1 7 0,-4 6 0,0 10-1,0 10 1,-2 10 0,-2 10 0,-2 10-1,1 7-326,5-30 0,2 0 0,1 2 0,1-1 1,0 2-1,2-1 0,0-1 0,0 1-2063,1 33 2148,0-2 0,9-24 0,4 1 0,1 3 0,0 1 0</inkml:trace>
  <inkml:trace contextRef="#ctx0" brushRef="#br0">26448 1389 8227,'-7'12'0,"-4"1"1246,-4-1 0,4 1 668,7-1 0,4-1-1914,4-3 0,25-8 0,11-7 0</inkml:trace>
  <inkml:trace contextRef="#ctx0" brushRef="#br0">23868 2418 8073,'-17'-8'587,"1"0"1,-1 5-1,5-1 1,1 5 0,3 6 2667,3 6-3069,4 7 0,1 0 1,0 7-1,0 5 0,1 7 1,2 3-1,1 6 487,-1 5-707,-1 3 0,-2 10 1,0 1-1,0-4 1,0-5-1,0-9 1,0-6-1691,0-4 794,0-13 1,1-4 0,3-14 0,3-6 929,0-9 0,-4-51 0,-6-25 0,1 22 0,-1 0 0,1 0 0</inkml:trace>
  <inkml:trace contextRef="#ctx0" brushRef="#br0">23818 2394 8073,'-1'-21'189,"-2"2"1,-1 1 501,1 3 1,2-3 0,2 3 0,2 2-59,1 3 1,6 8-1,-2-2 1,3 2-276,2 2 0,-1 0 0,0 0 0,1 2-186,-1 2-335,-5 3 0,4 5 0,-4 0 1,0 2-1,-2 3 0,0 3 1,-1 5-468,-2 4 0,-6-1 0,-4 5 0,-3 1-380,-1 2 721,-1 1 1,1 0 0,-1 1 0,2-2 0,2-2 288,0-1 0,1-11 0,-4 2 0</inkml:trace>
  <inkml:trace contextRef="#ctx0" brushRef="#br0">24166 2865 8073,'-13'4'194,"1"2"0,1 0 0,1 6 0,3 1 0,0 5 0,2 1 332,-1 4 0,2 0 0,4 2 0,0 0-112,0-1-580,0 1 1,0-6 0,0-2-1,0-3 1,0-2 45,0 1 0,0-13 188,0-9 1,4-7-1,2-9 1,-1-1-1,2-2 1,0-1 397,3 2 1,-3-4-458,1 2 1,0 2 0,5 6 0,-1 5 0,2 3 0,1 4-10,2 0 0,38 51 0,-25-17 0,0-1 0</inkml:trace>
  <inkml:trace contextRef="#ctx0" brushRef="#br0">24972 2183 8086,'-12'0'377,"-1"-2"1,1-2-1,-1-3 1748,1 1-1898,0-6 0,3 11 1,1-2-1,0 6 1,1 5-1,1 3 697,1 2-856,-2 5 1,-5 8 0,-1 11-1,1 9 1,-1 6 0,1 9-1,-2 7 231,6-29 0,0 1-224,1 7 0,0 1 0,-2 2 0,1 1 0,3 4 0,2 0 0,0-2 0,2-1 0,0-4 0,2-1 1,0-4-1,2-2 0,1-4 0,2-1 663,9 26-1176,10-8 1,2-23 0,6-3 0,3-6 437,4-6 0,-8-29 0,2-9 0,5-3 0,-1 0 0</inkml:trace>
  <inkml:trace contextRef="#ctx0" brushRef="#br0">25493 2394 8009,'-4'-9'502,"-2"2"1,0 2 293,-4 2 0,4 3 0,2 4 0,3 6 112,1 5-801,0-1 0,0 9 0,0-1 0,0 6 0,0 5 0,0 3 1,0 2 719,0 4-874,0 7 0,0 9 0,0 8 0,0 5 1,0-35-1,0-1 0,0 36 0,0-7-287,0-4-182,0-5 1,0-12-1,0-8 1,1-8-1,3-10 516,5-3 0,2-40 0,1-10 0</inkml:trace>
  <inkml:trace contextRef="#ctx0" brushRef="#br0">25878 2555 8009,'-20'-8'585,"4"-1"1,3 5-1,4-3 1,0 2 917,0 2 1,3 3 0,4 4-506,4 4-904,5 9 1,6-2-1,-1 7 1,0 3-1,2 4 1,1 3 0,3 3 171,2 5-413,-5 5 0,4 4 0,-4 1 0,2-1 0,-2 0 0,-1-4 1,-1-5-2042,4-6 1555,-9-3 1,13-8 0,-10-2-1,0-5 1,-1-3 632,-1-5 0,-3-35 0,-1-15 0</inkml:trace>
  <inkml:trace contextRef="#ctx0" brushRef="#br0">26299 2629 8009,'-29'0'79,"2"0"1,2 0 712,3 0 22,1 0 1,2 0 0,2 2-1,4 2 1,0 5 0,1 5 1943,0 3-2926,-1 5 1,1-2-1,-1 11 1,-1 6 0,-1 7-1,-1 3 1,1 0-1033,1-2 327,1-5 0,1 4 0,0-5 0,1-2 873,2-5 0,9-21 0,7-7 0</inkml:trace>
  <inkml:trace contextRef="#ctx0" brushRef="#br0">26386 2877 8018,'-19'7'-606,"2"-1"0,4-2 689,0 0 0,5 0 938,0-4 0,6 0 0,2 0 1,7 0-1,6 0 2525,3 0-3575,3-5 0,2 3 1,0-3-1,1 1 0,1-1 1,1 3-1,-23 2-111</inkml:trace>
  <inkml:trace contextRef="#ctx0" brushRef="#br0">28024 2766 7973,'-25'12'873,"6"-4"0,2 1 374,3 0 1,7-2-866,3 1 1,4-3 0,4 1 0,6 0 0,4-2 0,4 2-44,1 2 0,0-1 1,3 1-492,-1 2 0,0-3 0,4 1 0,-1 2 0,0 1 0,-2 1 0,-3 0 0,-1 1 0,-3-1-1433,-1 1 1654,-2-1 0,-5 0 0,-3 2 0,-4 1 0,-5 3 1,-6 2-1,-7 2 997,-5 1-910,1 2 0,-10-5 0,4 3 0,-2 0 0,0 2 0,-2-3 0,2-2-2162,-1 0 1011,2-5 995,4 3 0,6-77 0,10 20 0,0 0 0</inkml:trace>
  <inkml:trace contextRef="#ctx0" brushRef="#br0">26858 2604 8028,'-13'0'-910,"5"0"1270,0 0 0,1-1 1726,-1-3-1936,2 3 0,7-5 0,2 7 1,3 4-1,-1 3 0,2 3 0,0 3 1,1 2 87,-1 5-253,4 8 1,-9 4 0,2 10 0,-3 5 0,-2 6 0,-3 3 0,-5 4-299,-2 0 103,-1 4 0,-5-10 0,-1 1 0,0-5 0,2-7 0,5-7-755,5-9 1,5-14 964,1-14 0,17-105 0,-7 37 0,0 0 0</inkml:trace>
  <inkml:trace contextRef="#ctx0" brushRef="#br0">26920 2629 8055,'-9'0'0,"2"-1"0,1-2 0,-1-1 207,4 0 0,-3 3 132,6-4-282,0 4 1,6-5 0,2 6 0,3 0-139,2 0 134,-6 0 1,-2 2 0,-5 2 0,0 4 0,0 3 0,0 2 330,0-1-387,0 6 0,0-3 0,0 6 0,0 2 0,0 3 1,-1 3-1,-2 0 209,-1 2-263,0-5 1,4 4 0,1-5 0,2-2-1,2-2 1,1-4 0,1-5 50,0-4 0,1 2 0,4-6 1,1-3 284,-1-3-273,0-5 1,-3-11 0,-1-3-1,2-4 1,1-4 0,0-2 0,-2-1 53,0 3-67,-7-3 0,8 6 0,-6-3 0,-1 3 0,0 3 0,-1 1 1,3 2-69,-3 2 1,0 2 19,-2 3 0,-2 2 39,-2 3 1,1 8 0,-3 8-1,0 5 32,3 3 1,-2 4-1,1 5 1,1-1 72,2 1 0,1 5 0,0 2 0,0 1-129,0 0 0,0-1 1,0 2-1,0-2-378,0-2 1,5-6 417,3-8 0,25-13 0,7-4 0</inkml:trace>
  <inkml:trace contextRef="#ctx0" brushRef="#br0">27528 2443 8065,'-9'-4'568,"1"0"289,-2 1 1,5 3 0,1 4 159,2 5-847,2 2 1,0 7 0,0 2 0,0 4 0,2 2-1,0 3 1,3 5 318,-3 6 1,0 6-456,-2 7 0,0 11 1,0-27-1,0 2 0,0 2 1,0 0-1,-1 3 0,0-1 1,0 0-1,0 0-399,-1-1 1,-1 1-1,1 0 1,0-1 11,2 2 0,0-1 0,0-3 0,0-1 0,0 30 0,3-16 0,4-14 353,5-13 0,9-18 0,-2-9 0</inkml:trace>
  <inkml:trace contextRef="#ctx0" brushRef="#br0">28433 2729 8042,'-21'12'268,"2"-1"1,1-1 0,4-2 357,5 2 1,5-5-1,9-1 1,6-2 25,4-2-506,7 0 1,-1-2 0,7-2 0,1-3-1,-2-1 1,-1 0 0,-2-1 399,-4 2-1170,4-4 1,-9 9 0,4-5-1,-1 1 1,-3 2 623,-1-1 0,-40 3 0,-10-3 0</inkml:trace>
  <inkml:trace contextRef="#ctx0" brushRef="#br0">28545 2766 8029,'-13'25'77,"5"-5"1,1 1 0,2 2 1259,2 5-1274,2-2 1,1 10 0,0-3 0,1 3 0,3 1 0,4 2 0,2-1-1081,-2-1 878,3 3 0,-5-8 0,3 5 0,-2 0 1,0 0 2</inkml:trace>
  <inkml:trace contextRef="#ctx0" brushRef="#br0">28421 3348 12786,'0'-12'36,"1"-11"41,3 1 0,4 2-52,4 3 0,0-1 0,0 4 1,1 0-680,-1 3 0,2 1 1,2-1 653,5 3 0,10-5 0,6-1 0,3 0 0,0 0 0</inkml:trace>
  <inkml:trace contextRef="#ctx0" brushRef="#br0">28979 3039 8029,'-25'5'307,"2"2"0,2 0 0,6-2 0,5 1 630,6 2 0,8-2 1,6-2-1,5-3-312,6-1-1059,-3 0 0,5 0 0,-2 0 434,2 0 0,19 0 0,3 0 0</inkml:trace>
  <inkml:trace contextRef="#ctx0" brushRef="#br0">29376 2716 8029,'-12'4'137,"-1"0"1,2 1 837,3 0 1,-3-2-746,3 5 0,2-4 1,2 4-1,2 2 1,2 1-1,0 3 0,2 1 1,1 4 643,1 5-899,0-2 0,0 11 0,0-3 0,-1 6 0,-2 1 0,-1 3 0,0 0-226,0 3 201,0 1 1,-5 6 0,-3-1 0,-4 1 0,6-26 25</inkml:trace>
  <inkml:trace contextRef="#ctx0" brushRef="#br0">29450 2729 7761,'-12'0'-345,"5"0"616,-4 0 0,10-6 456,-3-2 136,2 2 0,2-1 557,0 3-1286,0 3 0,0-2 1,0 10-1,0 7 1,2 4 190,2 4-602,-3 7 1,6-2 0,-4 6-1,2 2 1,1 1 0,-1-1-1,-1 0-765,2-2 1099,-5-11 1,6 6-1,-4-12 1,1-1 0,0-1-1,2-3 292,2-3 0,-1-2 1,0-8-1,0-2-140,0-4 1,-3-3 0,3-1 0,-1-1-180,1 1 1,0-1 0,3 0-1,-3-3-47,-2 0 1,4-1 0,-4 4-1,1-4-17,-1-4 1,3 3 0,-4 1-1,1-1 23,0-3 1,-3 3 0,2 0 0,-2 2 125,3-1 0,-4 1 1,3 3-1,-3 1-47,-1-1 0,0 1-78,0 0 0,0-1-79,0 1 149,0 5 1,0 3 63,0 8 0,-1 1 0,-2 5 1,-1-2 164,1 2 1,2 1 0,0 1-156,-3 1 1,2 1 0,-2 1 0,3 1-72,1-1 1,0 1-1,0-1 1,0 1-94,0-1 0,0 1 1,1-1-1,2 1 20,1-1 1,1 3 0,-2-1-1,3-2-89,1-1 0,-3-2 0,3 1 0,-1-2-629,1-3 0,-2 3 0,3-4 0,0 1-1104,-1 0 1832,4-5 0,1-3 0,8-7 0</inkml:trace>
  <inkml:trace contextRef="#ctx0" brushRef="#br0">30058 2716 8026,'-12'-19'-97,"-1"-3"1,2 4 0,3 0-1,4-1 1,3 1 0,2-2-1,2 3 1708,1-1-1118,6-4 1,-9 8 0,4-3 0,0 3 0,-1 2 0,0 0 1618,1-1-1994,-3 1 0,9 5 0,-3 3 0,2 4 1,-1 4-1,0 4 373,0 3-539,2 2 1,2 5 0,-1 2 0,0 4 0,1 2 0,-1 3 0,1 4-353,-1 3 388,0 1 0,-5 6 1,-2 2-1,-4 5 1,-1 5-1,-1 5 1,-5 7 115,-6 2-166,3-34 0,0 0 0,-3 0 0,-1 0 0,0 0 0,0 0 0,-1 0 0,-1-1 0,-1 0 0,0-2 0,-17 28 0,1-8-754,2-8 1,2-5 0,8-6 0,3-6 815,3-5 0,-37-15 0,-9-8 0</inkml:trace>
  <inkml:trace contextRef="#ctx0" brushRef="#br0">25022 4589 7984,'-13'0'683,"5"-4"1,0 0 362,-2 1 1,3 1-658,-1 2 1,0 0 0,-5 0 0,1 2 0,-1 2-83,1 4 1,0 3 0,-1 3-1,-1 3-350,-2 3-3,-3 4 0,-6 2 0,0 3 1,0 3-1,0 2 0,2 0 1,2 2 63,5-1 111,7-6 1,4 0-1,5-7 1,3-3-1,5-3 1,8-5 0,7-5 493,1-5-616,7-1 1,-5 0 0,3 0-1,-3 0 1,-1 0 0,0 2-1,-1 0 60,1 3-295,-5-1 1,-1 1 0,-4 4 0,2 2 0,-2 1-1,-3 0 1,-4 2-4446,-4 3 3826,-2 2 847,-2 0 0,-28 21 0,-6 0 0</inkml:trace>
  <inkml:trace contextRef="#ctx0" brushRef="#br0">25530 4775 7992,'-12'0'382,"-1"-1"1,2-4 0,3-3 0,5-3 0,6-1 445,5-1 1,3-5-1,3-2 1,3-2 221,3 1-949,4-2 1,1 9 0,-1-3 0,1 3 0,0 3 0,0 2 0,0 2-97,0 1-18,-6 8 0,2 6 0,-9 9 0,-5 3 0,-4 5 0,-5 4 0,-3 4-963,-8 3 831,-5 1 0,-6 2 0,-3 1 1,0 1-1,-4 0 0,1 1 1,0-1-264,2-1 517,2-7 1,5-1-1,2-5 1,1 1-1,3-5 1,3-5 351,3-4-266,4-7 0,6-2 0,2-6 1,2-2-1,2-2 1049,3-2-1083,1 4 1,3-7 0,1 5-1,3-1 1,1 0 0,2 0 0,0-1 232,-1 0-488,1 4 0,4-2 1,1 5-1,1-1 0,2-2 1,-1-1-1,-2 1-704,-1 2 1,-4 2-1,-1 2 1,1 1 797,-2-1 0,-1-24 0,-5-7 0</inkml:trace>
  <inkml:trace contextRef="#ctx0" brushRef="#br0">26163 4887 7992,'-18'0'297,"4"0"1,-2 0-1,2 0 1309,2 0-1093,5 5 0,2-4 0,10 5 0,4-2 0,6 2 0,6-1-852,3 1 339,6-2 0,35-4 0,-26 0 0,0 0 0</inkml:trace>
  <inkml:trace contextRef="#ctx0" brushRef="#br0">26597 5011 9861,'13'6'542,"-1"0"0,2-6 1,2 0-278,5 0 0,2 0 0,4 0-188,1 0 0,4 0 1,5 0-1,-1-1 0,-1-4 1,-4-3-1,0-3 0,-5-1 1,-4-1 29,-5 1-211,-4-6 1,-6 3 0,-1-6 0,-2-1-1,0 0 1,-3 0 0,-3 1-173,-7-1 269,-2 4 1,-1-5 0,-2 4-1,-1-1 1,-3 4 0,-1 2-1,-3 2 352,-2-1-217,-1 6 0,1 2 0,-1 6 1,0 3-1,0 6 0,0 5 1,1 7 503,-1 6-581,5 4 0,-2 9 0,6 2 0,1 1 1,2 4-1,5 3 0,4 3 751,3-2-582,1-1 1,1-3 0,4-2-1,9-6 1,8-6 0,7-6 0,4-6 1016,6-6-1409,-2-2 1,10-7 0,-6-3 0,-1-3-1,-1-2 1,-3-3 0,-3-4 171,-4-3 0,-9-24 0,-2-5 0</inkml:trace>
  <inkml:trace contextRef="#ctx0" brushRef="#br0">27317 4366 7904,'-13'8'115,"1"-1"1,1 0-1,1-2 1,3 2 1273,2 0-413,1-4-713,4 2 0,5-5 0,3-1 1,3-2-1,2-1 0,-1 0 1005,1-2-1175,-1 5 1,2-6-1,1 4 1,3-2-1,0-1 1,1 1-1,-1 1 314,0-2-722,4 5 1,-7-6 0,4 4-1,-1-1 1,-1 1 0,-1 2 314,1 1 0,11-6 0,-2-1 0</inkml:trace>
  <inkml:trace contextRef="#ctx0" brushRef="#br0">27813 4142 7941,'-13'0'353,"1"0"1,4 0 0,-1 0 606,0 0 1,-1 2-560,2 2 0,4-3 0,8 2 1,6-4-1,3-5 0,5 1 832,2-1-1292,0-4 1,5 9 0,0-4 0,0 0 0,-2 1-1,-1 2 1,-1 0-915,1 2 0,-4-4 1,-2 0-1,-2 1 973,-1 2 0,-12 12 0,-2 3 0</inkml:trace>
  <inkml:trace contextRef="#ctx0" brushRef="#br0">27850 4167 7941,'-12'7'170,"1"0"1,1-4 278,2 1 1,5 6 0,-1-2 340,2 3-743,8 1 1,-3 2-1,4 1 1,-1 3 0,1 1-1,2 3 1,-1 2-101,0 1 10,0-6 1,1 4 0,-2-1 0,0 5 0,-2 2-1,1-3 1,-4-3-170,0-2 1,-2-5 0,0 5 0,-2 0-155,-2-2 0,1-5 0,-5-7 0,-2 0-207,-1-1 619,-1-3 0,0 3 0,-1-8 0,1-2 0,1-4 0,1-3 0,2-2 384,-2 1 0,5-4 0,1-2 1,2-2 51,2-2 0,0 4 1,0 0-1,0 2-190,0-1 0,2-1 0,2 3 0,4-1-284,3 1 1,1 1-1,2 0 1,3-1-254,3-2 1,4 1-1,2 3 1,2 1 244,1 0 0,33-6 0,4-2 0</inkml:trace>
  <inkml:trace contextRef="#ctx0" brushRef="#br0">28284 4258 11900,'-4'21'-64,"-1"4"0,-1 1-14,1 3 1,-5 2 0,3 7 0,-1-3-37,-1-1 1,1 0-1,-4-6 1,-1-4-235,1-2 0,4-8-214,-1-1 1,7-9 0,-1-11 561,6-6 0,9-35 0,7-6 0</inkml:trace>
  <inkml:trace contextRef="#ctx0" brushRef="#br0">27590 4825 8112,'1'6'586,"3"-1"0,4-4-19,3-1 0,7-4 1,6-2-190,7-1 1,14-1 0,14-6-1,7-1 1,-29 6 0,0 0-34,4 0 1,0-1 0,1 0 0,1-1 0,1-1 0,0-1-363,2 1 1,-1 0 0,4-1 0,0 1-1,1-1 1,-1 1 0,-3 0 0,-2 1-1,-6 0 1,-2 1 0,25-7 0,-11 4 0,-6 2-1,-35 9-139</inkml:trace>
  <inkml:trace contextRef="#ctx0" brushRef="#br0">28939 4539 7105,'-6'3'0,"-29"16"0,-5 1 0,0 0 0</inkml:trace>
  <inkml:trace contextRef="#ctx0" brushRef="#br0">28371 4750 7941,'-12'4'272,"-1"0"1,1 1 0,-1-5 943,1 0-895,5 0 0,2 1 0,6 2 1,3 1 374,4-1-676,-2-2 0,5 0 0,-3 2 0,3 1 0,0 0 0,-1 0 0,-3 2-535,-2 1 1,4 1 391,-5 5 0,0-1 1,-4 0-1,0 1 0,-1-1 1,-4 2-6,-3 2 1,-3-2 245,-1 3 1,-5-2 0,1 0-1,0 2 1,3-2 395,0-1-423,6-8 0,3 0 0,10-6 1,6 0-1,7 0 0,6-1 323,4-4-395,3 4 1,1-4 0,-1 3 0,-2-1 0,-2-1 0,-2 2-447,-1 0 231,-6 2 0,-7 6 1,-9 2-1,-6 4 0,-6 3 1,-8 2 195,-8-2 0,-38 15 0,24-13 0,-1 0 0</inkml:trace>
  <inkml:trace contextRef="#ctx0" brushRef="#br0">28061 3783 8124,'-8'0'1194,"-1"0"1,7 1 0,-2 3-1082,2 4 1,6-1 0,0 2 0,-1 0-29,-1 2-97,-2 2 1,-2 1 0,-1 1 0,-1 3 0,0 1 0,-1 2 0,-2-1 231,0 1 0,-3-6 0,6 2 51,1-4 0,2 0 1,2-2-1,3-3 1,5-4 129,2-2 0,7-4-664,2-2 1,4 1 0,2-5-1,2-2 263,0-1 0,2-13 0,2-8 0,2-2 0,-14 13 0</inkml:trace>
  <inkml:trace contextRef="#ctx0" brushRef="#br0">28359 3932 8063,'0'-9'1113,"0"1"-766,0 5 0,0-1 1,0 8-168,0 5 1,0-3 0,0 3-121,0 0 1,0 6-1,0 3 1,0 2 0,-2 2-1,-2 3 1,-4 2-1,-3 3 1,-2 3-87,1 6 1,-4 4 0,-2 6-1,-2 1-275,-2 0 71,-1-1 0,-1 4 1,4-4-1,3-6 0,5-7 1,2-9-1269,2-5 1233,5-9 0,-1-15 265,8-10 0,9-21 0,5-17 0,2-1 0,3-5 0,-1-1 0,1 1 0</inkml:trace>
  <inkml:trace contextRef="#ctx0" brushRef="#br0">28557 3857 8036,'-12'0'46,"1"2"1,1 0 569,2 2-519,5 1 0,-2 0-247,5 3 161,0 3 0,1 2 0,2-1 0,1 2 0,-1 1 0,-2 3 0,-1 1-5,0 3 117,0-4 1,4 6 0,0-5 0,-1 0 0,0-2 0,1-3 294,4-2-365,-2-5 0,5-2 0,-3-6 1,3-5-1,1-5 0,-1-5-33,-2-3 0,0 2 0,-3-4 0,-1-1-13,1-1 1,2 0 0,-2 0-1,-1 3 382,1-2-298,-2 4 1,0-1-1,0 3 1,-1 0 0,-2 1-1,1 2 204,2 5 1,-3 4-272,3 8 0,-2 8 0,-2 9 0,0 3-66,0 0 1,0 1 0,0 0 0,0 0-111,0 0 0,0-2 0,0-2 0,0-5-654,0-2 1,5-6 805,3 1 0,25-40 0,7-5 0</inkml:trace>
  <inkml:trace contextRef="#ctx0" brushRef="#br0">28520 3795 8034,'-8'0'99,"1"-1"259,1-3 1,1 2-46,1-2 0,2-3 0,-3 0-223,-1 0-45,5 2 1,-6 5 0,4 1 0,-2 3 0,-1 5 0,1 2 155,2 1-206,-4 1 0,6-1 1,-5 2-1,2 2 0,0 5 1,0 4-1,0 2-132,-1 2 0,0 6 0,2-2 0,-2 3-79,-2 1 0,-2-1 0,-2-2 0,2-2-325,1-2 235,5-1 0,-7-10 306,6-2 0,5-59 0,6-14 0</inkml:trace>
  <inkml:trace contextRef="#ctx0" brushRef="#br0">29029 682 8070,'-13'0'290,"1"0"1,3 0 900,1 0-947,5 0 0,-1 0 0,8 0 1,5-1-1,2-2 0,1-3 1,1 1 717,-1-1-815,0 2 1,1 4-1,-1-1 1,1-2-1,-1-1 1,0 1 43,1 2-297,-6 6 1,4-3-1,-4 3 1,1-1-1,-1 2 1,0-1-1469,0 1-880,-5-2 214,4 2 2112,-6-5 0,-2 5 0,-2-6 0,-4-2 0,-3-2-91,-1-4 277,5 2 0,-4-5 1,4 3-1,-1-2 1437,-1 2-768,7-3 0,-4 11-389,6 0 0,0 6 0,0 6 1,0 2-155,0 2 1,0-1-1,0 6 1,0 2-125,0 5 1,1 0-1,2 3 1,3 1-103,1 0 1,1-1-1,3 4 1,-2-2-35,0 1 0,-2 1 0,2-2 0,0-4-81,0-3 1,-2-1-1,0 0 1,-1-2-50,-4-2 0,4 1 0,-2-6 1,-1-1 204,-2-1 0,-2-3 1,-3-2-1,-3-4 211,0 1 0,-4-5 1,2 3-36,-2-3 1,3-1-1,0-1-150,-2-3 0,-1 1 0,-1-4-22,-1 2 0,5-3 1,0 3-1,0 1 47,1-1 1,-4 2-1,2-4 1,0 0 55,0 0 0,-2 0 1,5-2-1,-3 1 233,1-2 1,4-1 0,-3-2-178,1 1 1,2 0 0,4-2 0,2-1-64,2-2 1,3 1 0,5 2-1,2-1-49,2-2 0,4-1 0,3 3 1,-1-1-1210,-1 0 1,0 3 0,3-1 1158,1-3 0,17 3 0,3-3 0</inkml:trace>
  <inkml:trace contextRef="#ctx0" brushRef="#br0">29512 868 8065,'-19'0'219,"3"0"1,2 0 0,1 0-1,1 0 1,2 0 292,6 0 0,3 0 0,12-1 0,4-2-199,3-1-401,-3-6 1,7 7 0,-4-3 0,1-1 0,2 1 0,0 1 0,-2 2-1304,-1 2 1211,-2-5 0,-3 5 180,-1-3 0,-21 52 0,-7 14 0</inkml:trace>
  <inkml:trace contextRef="#ctx0" brushRef="#br0">29413 1141 8056,'-18'6'123,"4"-5"1487,-2 3-1307,8-3 1,8-2 0,9-2 0,8-2-1,6-2 1,6-3 0,3 1-264,2 0-17,-3-2-23,5 10 0,17-16 0,12 4 0</inkml:trace>
  <inkml:trace contextRef="#ctx0" brushRef="#br0">30071 905 7956,'-9'5'259,"1"-1"1,0-3 782,1-4-745,1 2 0,2-10 0,0 3 0,1-3 732,2-2-901,1 6 1,0 3 0,-1 7 0,-2 4 0,-1 2 0,1 7-394,2 2 218,1 2 1,0 5-1,0 0 1,1 0-1,3-1 1,4 0-1,3-4-714,2-3 700,-1-3 1,5-7 0,-1-3 0,1-4 0,-1-6 0,1-6 0,-2-7 196,-1-5-21,-7-6 0,2 2 0,-4-3 0,-3 0 1,0 4-1,-4 1 0,-2 2 82,-4 3 0,-3 4 0,-2 6 0,1 2-538,0 5 1,-1 3 0,1 4 340,-1 5 0,12 61 0,2-22 0,-1-1 0</inkml:trace>
  <inkml:trace contextRef="#ctx0" brushRef="#br0">30294 1129 7956,'-12'20'601,"-1"1"1,6-6-1,3 2-389,3-4 1,12-6 0,5-4-213,6-6 0,18-22 0,6-12 0,4-3 0,0-1 0</inkml:trace>
  <inkml:trace contextRef="#ctx0" brushRef="#br0">30703 732 7956,'-1'-11'561,"-3"2"1,2 5 0,-2 8 463,3 5 1,1 7 0,0 6 0,1 7-1102,3 8-189,-2 1 1,7 10-1,-4-3 265,-3 4 0,-1 14 0,0 11 0,-1-20 0,0-1 0,0 0 0</inkml:trace>
  <inkml:trace contextRef="#ctx0" brushRef="#br0">24997 6598 7979,'0'-12'-585,"1"3"0,2 1 805,1-2 0,4 4 0,-2-1 0,-1 0 1006,1 0-878,-2-1 1,0-1 0,0 1 0,-1-2 0,0 1-1,0-1 2295,1 2-2391,0 0 1,-6-1-1,-2 2 1,-4 2 0,-3 2-366,-1 2 0,-2 6-85,-3 4 1,-2 6 0,-6 3 0,0 1 0,1 3 0,-3 1-618,-2 2 1,2-1 758,-6-4 1,5 4 0,-1-4-1,4 2 1,5-1 0,3-4 376,3-4-133,8 5 1,6-1 0,9 1-1,6-6 1,7-2 0,5-2 1086,2 0-1150,5 1 0,-8 2 0,3-2 0,-3 0 0,-1-1 1,1 0-1,2 0-489,1 2-170,-6-4 1,2 3 0,-1-3 0,5-1 533,2 1 0,24-8 0,10-4 0</inkml:trace>
  <inkml:trace contextRef="#ctx0" brushRef="#br0">25741 6586 7925,'-25'0'293,"1"0"0,3 0 1,0 0-1,1 0 1,0 0-1,4 0 2969,2 0-2950,7 0 1,1-2-1,8-2 1,3-4 0,8-3-1,6-2 1,4 1 1185,2 0-1443,6-1 1,-4 2 0,5 3 0,0 4 0,-2 2-1,-1 5 1,-4 5-804,-3 9 1,-7 6 407,1 6 1,-2 3 0,-3 7 0,-2 2-1,-7 4 1,-6 5-665,-8 4 0,-6 1 1072,-7 3 0,-1-7 0,-3-7 0,-3-1 0,-1-3 0,3-3 242,4-4 1,-1-8 605,11-9 1,8-9 0,10-7-163,9-7 1,10-4-920,0-1 1,6-1-1,2 1 1,-1 1 0,-2 1-1,-1 3-4311,0 2 3945,-1-5 0,1 5 531,0-4 0,-6-7 0,-1 2 0</inkml:trace>
  <inkml:trace contextRef="#ctx0" brushRef="#br0">26287 6883 8432,'-23'9'792,"2"-1"0,3-4 1,7 4 1179,3 2-1907,2-5 0,8 5 0,3-6 0,7-1 0,8-2 0,3-1-65,2 0 0,16-27 0,5-8 0</inkml:trace>
  <inkml:trace contextRef="#ctx0" brushRef="#br0">27118 6958 8023,'-11'1'408,"1"2"0,4 2 0,1 1 273,7-1 0,3 0 1,9-5-1,3 0 77,3 0-668,4 0 1,2 0 0,3-2-1,4-2 1,3-4 0,1-3 0,0 0 265,0 2-460,1-7 1,-7 8 0,-2-9-1,-4 3 1,-3 2 0,-3-2 0,-2-1-123,-6-2 0,-4 1 0,-7 3 0,-1 0-24,-4-4 0,-1 3 1,-8-2-1,-1 2-57,-2 2 307,-5-1 1,1 1-1,-6 1 1,-4 1 0,0 3-1,-2 2 1,0 3 590,-1 5-458,1 4 1,-2 11 0,1 4-1,6 7 1,3 7 0,4 5 0,5 2 181,2 0 1,7 2 0,3-2 0,4-1-114,4 1 1,4 1 0,9-5 0,3-5 21,4-2 1,2-9-1,3-6 1,4-3-474,3-2 0,1-5 1,0-3-1,0-2-740,1-2 0,-2 0 0,-3 0 989,-4 0 0,13 0 0,4 0 0</inkml:trace>
  <inkml:trace contextRef="#ctx0" brushRef="#br0">27813 6350 7994,'-13'0'2008,"7"0"-1553,0 0 0,16-1 0,2-2 459,2-1-781,0-6 0,-1 7 0,3-4 0,2 1 0,-1-1 1,3-2-1,-1 3 563,3 1-1058,2-2 1,-1 6 0,-1-4 361,-1-1 0,16 21 0,8 0 0</inkml:trace>
  <inkml:trace contextRef="#ctx0" brushRef="#br0">28359 6114 7774,'-11'-1'-395,"2"-3"0,2 2 538,3-2-292,3 3 1,-3 1 327,8 0 220,3 0 0,0-1 0,-2-2 609,1-1-917,1 0 1,0 9-1,-3 3 1,-3 5-1,-1 2 1,0 3 3,0 1 0,0 2 1,0 4-1,0-1 82,0 1-260,0 0 0,0 0 0,0-2 0,0-1 1,0-2-1,0-3 0,0-1-990,0-3 367,0-6 1,6-1 705,2-6 0,30-28 0,9-6 0</inkml:trace>
  <inkml:trace contextRef="#ctx0" brushRef="#br0">28582 6251 8052,'-1'-7'1221,"-4"3"0,4 4-1087,-3 4 1,3 3-1,2 5-268,3 1 1,-3-5-1,5-1 1,-2 0-40,0 0 1,6-5 0,-2 2 160,3-2 1,2-4 0,-1-2 291,0-4 0,1-3 0,-1-1 0,-1-2-105,-2-3 0,0-1 0,-5-4 1,-1 3 82,-2 1 1,-1-3 0,-1 5 0,-4 2-314,-8 4 0,1 5 0,-6 6 0,1 3-1518,1 5 1573,-6 2 0,-3 51 0,9-25 0,0 0 0</inkml:trace>
  <inkml:trace contextRef="#ctx0" brushRef="#br0">30753 707 7525,'0'-8'-37,"0"-1"1,0 5 407,0-4 1,0 4 32,0-4 88,0 5 1,0-4 872,0 3-1212,0 2 0,0-2 0,0 10 1,-1 5-68,-4 4-102,4 7 0,-6-1 0,4 6 0,-1 4 0,0-1 0,0 2 0,0-2-425,1 0 357,2-1 0,1-4 0,0 0 0,0-2 0,1-2 0,3-5-131,4-2 232,4-7 1,0 3 0,0-6 0,1-1 0,-1-2 0,1-1 46,-1 0 18,-5 0 0,2 1 0,-3 4 0,0 3 63,-1 3-178,-1-4 1,-4 4-1,0-3 1,0 3 0,0 1-57,0 1 1,0-1 0,-1 1 97,-3-1 0,1 0 1,-4 1-1,0-1 112,0 1 0,0 3 0,-2 1 1,0-1 3,0 2 0,-2-4 0,-2 2 1,1-3 164,0-5 1,-1 3 0,1-4-564,-1 0 0,5-2 0,1-6-278,2-3 1,-4-4-1,5-7 1,1-3 550,2-2 0,3-19 0,2-8 0,-1-7 0,0 0 0</inkml:trace>
  <inkml:trace contextRef="#ctx0" brushRef="#br0">30803 645 8105,'-13'0'0,"1"0"273,-1 0 0,8-1 0,5-4 1088,7-3 1,15 1 0,7-1-1,8-2-1037,8-1 1,2-1-1,13 0 1,2-1-325,2 1 0,-11 1 0,5-2 0,0 0 0,1 0 0</inkml:trace>
  <inkml:trace contextRef="#ctx0" brushRef="#br0">28991 6003 7926,'-8'-4'511,"1"-2"322,2-1-754,1 4 1,4-1-1,0 10 1,0 6 0,0 8-1,0 3 77,0 2-178,0 5 0,-2-4 1,-1 5-1,-2-2 0,-2-1 1,-1 0-1,1-2-732,3-1 542,2 0 0,2-6 0,2-2 0,2-5 212,4-4 0,42-35 0,-20 6 0,0 0 0</inkml:trace>
  <inkml:trace contextRef="#ctx0" brushRef="#br0">29115 6263 7926,'-5'7'51,"-3"-3"1,1 2-1,-2-1 1,1 2 379,1 3 0,0-3 1,5 1-1,-2 2-97,1 1 0,3-3 0,4-1-447,4-2-37,3-1 0,2-4 0,-1 0 0,2 0 0,1-1 1,1-3-1,0-3 145,-3 0-198,-6-4 1,3 4-1,-5-4 1,1 2-1,0 0 382,-4 0 0,-2-1 0,-4 0-93,-4 2 1,-3 5 0,-2-1-980,1 3 893,5 1 0,29 22 0,13 5 0</inkml:trace>
  <inkml:trace contextRef="#ctx0" brushRef="#br0">29364 6263 7719,'-12'-1'0,"3"-2"386,1-1 0,-1 0 0,-2 2 0,2 0 354,0-2 0,5-1 0,-3 4-419,2-3 0,1 1-573,4-5-164,0 5 0,0 7 180,0 9 1,-4 2 0,-1-3 60,3 1 0,0-1 95,2 0 1,0 1-303,0-1 107,0-5 1,2-1 9,2-6 1,1-6-22,4-2 0,2 1 52,-3-1 1,-1 4-133,1-5 518,-5 7 95,2-4 1,-5 7 108,0 4-265,0-4 1,0 6 0,-1-4 214,-3 1-119,2 0 0,-3-3 0,4 2 757,-4 1-740,4 0 1,-5-2-77,6 2 0,-4-2-227,0 7 0,-1-5 13,1 4 0,1-4 63,-5 5 1,-1-3 0,-3 4 0,1-2 26,3 2 0,-8-3 0,4 0 0,-2 0-197,0 0 0,2-1 193,0 3 0,5-20 0,1-10 0</inkml:trace>
  <inkml:trace contextRef="#ctx0" brushRef="#br0">29674 6189 7956,'-9'-7'459,"1"3"1,5 8-1,-1 4 1,3 3-345,1 2 1,-2-1-1,0 2 1,-2 1 237,1 1-92,1 1 1,-2-5 0,0 1-1,0-2-49,-1-3 1,3-4 0,-1-8 0,8-6-43,7-5-376,0-4 0,8-4 1,-5 1-1,3 2 1,0 2-1,0 5 0,-3 2-669,-2 2 1003,0 6 1,-1 3-1,-1 10 1,-2 7-1,-5 7 1,-3 8-1,-1 4-16,0 1-112,0 0 0,-11 4 0,-5 5 0,-2 4 0,1-1 0</inkml:trace>
  <inkml:trace contextRef="#ctx0" brushRef="#br0">26969 6325 7882,'-16'13'0,"-1"0"8,2 4 1,3 6 0,3 8 0,5 2 649,3 5 0,2 11 0,3 11-576,5 9 0,3-3 0,-5-29 0,1 1 0,0-2 0,1 1 0,-2 0 0,1 0 0,0 2 0,-1 1 0,1 0 0,-1 1 0,1 0 0,1-1 0,-2-1 0,1-1 79,-1-1 1,0-2-354,5 33 0,6-12 1,3-4-1,4-5 1,3-5-1,7-5 192,5-4 0,-11-15 0,3 0 0,3-2 0,0-1 0</inkml:trace>
  <inkml:trace contextRef="#ctx0" brushRef="#br0">30170 6238 7979,'0'-12'618,"0"0"1,0 2-1,1 6 250,3 8 1,-1 12-1,4 8 1,0 5-170,0 3-672,-4 6 0,6 6 0,-3 7 0,-1 3 0,1 4 0,-3 4 0,-2 3 202,-1 1 0,-1-4-226,-4-4 1,-2-5 0,-6 5 0,-5 2 0,-7-1 0,-7-1-118,-4-5 1,-2-2-101,-4-1 0,0-6 0,-4-3 1,5-3 213,2-5 0,8-10 0,-2 1 0,-3-2 0,0 1 0</inkml:trace>
  <inkml:trace contextRef="#ctx0" brushRef="#br0">30666 5631 7894,'0'-13'-133,"0"5"0,0 0 1,0-2-1,0-1 0,0-1 1,0-1 576,0 1 1,0-1 0,1 1 0,2 0 154,1-1-131,0 1 1,-4 4 0,2 1 0,1 3 1284,1 5-1636,0 10 1,-4 10 0,0 8 0,0 5 0,0 6 0,0 5 0,0 2-425,0-1 3,0 2 1,0-9 0,0 2 0,1-2 0,2-2 0,3-1 303,0-3 0,19-42 0,8-14 0</inkml:trace>
  <inkml:trace contextRef="#ctx0" brushRef="#br0">30989 5792 8094,'-13'-11'818,"1"3"1,4-2 1060,-1 6 0,7 1-1479,-3 7 0,0 3 1,-1 7-1,-1 2-364,-2 5 1,-4 4-1,-2 4 1,-3 5-40,-1 6 20,-2 4 0,-3 6 1,-1 0-1,0-1 0,1-1 1,2-4-1,3-6-157,1-8-433,7-4 0,2-2 1,4-4-1,5-5 0,6-5 573,6-6 0,20-24 0,1-8 0</inkml:trace>
  <inkml:trace contextRef="#ctx0" brushRef="#br0">31162 6052 8565,'-12'-11'0,"-1"3"825,1 4 1,0-2 0,-1 2-236,1 2 0,4 0 0,-1 4 0,1 2-605,1 4 1,-8 8-1,3 5 1,-2 4-86,0 4 0,-3 1 0,1 3 0,1-4 245,1-3 0,7-1 0,3-1 0,3-2 80,1-2 1,2-9-1,7 0 1,7-4 686,6-4-856,9-2 0,0-1 0,6-1 1,1-3-1,-2-4 0,-2-2 0,-2 0-744,-2 2 0,-2 0 0,-8-5 1,-3 1-1437,-3 0-190,3-1 2314,-8 1 0,-20-17 0,-17-4 0</inkml:trace>
  <inkml:trace contextRef="#ctx0" brushRef="#br0">31274 6102 7948,'-17'22'146,"1"1"0,1 5 476,1 2 0,2 3 1,0 5-1,4 0-512,4 4 0,3 2 0,1 5-110,0 1 0,11 16 0,-4-31 0,0 0 0</inkml:trace>
  <inkml:trace contextRef="#ctx0" brushRef="#br0">25692 8545 8171,'-32'-5'679,"4"-2"0,10-6 0,7 1 0,3 0 0,3-1 3377,-1 1-3800,7 5 1,10 0 0,7 4 0,3-2 0,4-1 0,4-1 0,2 2-111,4-1 1,-2 2-901,4 4 0,-6 2 0,4 0 0,-3 5 754,-4 4 0,-13 37 0,-4 19 0</inkml:trace>
  <inkml:trace contextRef="#ctx0" brushRef="#br0">25704 8917 8205,'-30'4'339,"5"1"0,12-1 0,13-4 0,9 0 159,6 0 1,8 0 0,8 0-1,2 0 567,5 0-2038,-1-6 973,6 5 0,22-10 0,-29 7 0,0 1 0</inkml:trace>
  <inkml:trace contextRef="#ctx0" brushRef="#br0">26312 8533 8165,'-24'0'1831,"4"-2"-430,3-2-942,9 3 0,9-5 1,10 6-1,6 0 0,2 0 1,2 0-1,-1 2 1118,1 2-1785,-6 3 0,7 11 0,-5 2 0,-3 5 0,-3 6 0,-4 6 0,-2 8-2122,-2 8 2300,-7-2 0,-3 12 0,-7-5 0,-4-4 0,-5-6 0,-5-7 0,1-4 1310,0-4-979,8-8 0,3-7 0,9-7 0,8-4 0,10-6 2836,8-3-3179,5-8 1,6 2 0,2-7 0,1-2 0,-1 3 41,-2 5 0,10-19 0,-2 1 0</inkml:trace>
  <inkml:trace contextRef="#ctx0" brushRef="#br0">26882 8905 9869,'-16'4'0,"1"2"84,4 0 0,4-1 0,10 1 0,5 1-1139,8 0 1055,6-4 0,42-9 0,-28 0 0,1-1 0</inkml:trace>
  <inkml:trace contextRef="#ctx0" brushRef="#br0">27590 8409 8141,'-13'-7'178,"1"3"0,-1 2 0,1 4 0,0 1 0,-1 2 0,1 3 0,1 6 0,1 5 413,2 5 1,4 6 0,-3 5 0,1 5 142,3 5-632,2 3 1,1 6 0,1 1-1,2 0 1,3-1 0,1-6-1,1-5 508,-1-4-733,4-8 0,-4 2 0,5-7 0,-1-3 0,-1-4 1,-2-5-1,2-3-2810,1-3 2933,1-5 0,17-42 0,4-16 0</inkml:trace>
  <inkml:trace contextRef="#ctx0" brushRef="#br0">27738 8855 8098,'-12'4'131,"0"1"0,1 0 1268,2-1-1161,4-2 0,16 3 0,5-5 0,6 0 0,3 0 0,1 0 0,3 0 582,4 0-797,-2 0 1,3 0 0,-3 0 0,-1 0-1,0 0 1,-2 0 0,-3-1-85,-5-3-44,4-3 0,-8-6 1,2-1-1,-7-1 0,-3-3 1,-2-1-1,-1-3-894,-2-1 925,-1 3 1,-8-3 0,-2 4 0,-5-2 0,-2 2 0,-3 1 0,0 3 76,0 1 60,-4 7 0,5 1 0,-6 6 0,3 2 0,-1 3 0,0 8 0,2 9 236,1 9 1,-2 4-1,4 10 1,4 2 61,2 1 1,8 2 0,-3 0 0,5-1-74,5 1 1,1-7-1,8-5 1,3-5-471,3-2 1,0-2-1,0-6 1,2-2-402,2-5 0,-1-8 583,-2-3 0,8-26 0,-3-7 0</inkml:trace>
  <inkml:trace contextRef="#ctx0" brushRef="#br0">28284 8248 8065,'-12'1'1364,"-1"3"1,8-3-1009,5 4 1,5 0-1,9-1 1,3-1-387,3-2 1,4-1 0,1 0 0,1 0-208,3 0 1,-3 2-1,3 0 237,-3 3 0,4-12 0,2-7 0</inkml:trace>
  <inkml:trace contextRef="#ctx0" brushRef="#br0">28644 8049 8070,'-12'0'778,"5"-5"0,3-4 869,2-2-1379,13-1 1,-1 0 0,9 0 0,0 3-1,-1 2 1,2 1 0,-1 4 138,3 0-542,-4 2 0,0 10 1,-7 5-1,-3 6 0,-4 6 1,-2 5-1,-2 5-1711,0 3 1771,-6 7 0,-6-8 1,-8 3-1,0 0 0,-1-2 1,0-5-1,2-6 429,3-7 256,2-4 1,3-5-1,4-4 1,7-3 1230,7-6-2111,9-8 0,1-1 1,6-6-1,3-1 1,2 1 269,2 1 0,19-4 0,9-1 0</inkml:trace>
  <inkml:trace contextRef="#ctx0" brushRef="#br0">29041 8322 8025,'-12'0'166,"-1"0"1,1 1 617,-1 3-784,6 3 0,52-16 0,17-6 0</inkml:trace>
  <inkml:trace contextRef="#ctx0" brushRef="#br0">29227 8099 8025,'-19'12'18,"2"-1"0,5 0 88,4 2-14,-3-4 0,9 13 1,-2-4-1,3 1 0,2 2 1,3-2-1,4-1-861,3 0 656,2-4 0,-5 4 0,0-4 0,1 1 0,-2 1 0,-3 0 0,-3-3 531,-1 0-247,0-1 0,-4 1 0,-2-2 0,0-2 0,-4-2 0,-1-1-332,-2-4 62,1 0 99,5-2 0,-4-39 0,4-9 0</inkml:trace>
  <inkml:trace contextRef="#ctx0" brushRef="#br0">29239 8062 8025,'-12'0'1860,"0"0"-1465,5 0 0,7 0 0,9 0 0,7 0-395,4 0 0,21-7 0,8-3 0,5 0 0,-1-1 0</inkml:trace>
  <inkml:trace contextRef="#ctx0" brushRef="#br0">29661 7925 8025,'-12'0'735,"-1"0"0,2 1 0,2 4-502,0 3 1,7 8 0,-4 5 0,2 4-962,0 4 550,0 8 1,0 7-1,0 6 1,1-1-1,1 0 1,2-4-1,0-4-1748,0-2 1750,6-7 0,1-8 0,5-8 0,1-7 176,-1-5 0,28-52 0,-17 17 0,1 0 0</inkml:trace>
  <inkml:trace contextRef="#ctx0" brushRef="#br0">29798 8210 8025,'0'-8'0,"-2"1"340,-2 2 0,1 1 1,-5 6-101,-1 7 1,2 0-1,0 12 1,1 0-420,3-2 1,2 4 0,1-3 0,0-1-348,0-3 359,0-2 0,6-6 0,2-1 0,3-1 0,3-3 0,1-2 0,1-2-974,0-4 1055,-3-1 0,-2-7 1,-1 1-1,-3-1 1,-2 1-1,-2 0 86,-1-1 101,-2 1 0,-6 5 0,-2 3 1,-3 2-1,-2 2 0,1 0 256,0 0 1,3 0 0,2 2 0,0 0-358,1 3 0,19 21 0,3 1 0</inkml:trace>
  <inkml:trace contextRef="#ctx0" brushRef="#br0">30046 8248 8025,'-13'-2'0,"1"-1"350,0-1 1,-1-1-1,1 1 517,-1-5 0,6 2 39,3-1-842,3 5 0,1-1 1,0 8-434,0 5 1,-1 2-1,-2 1 1,-1 1 116,1-1 0,3 0 0,4 1-20,4-1 1,3-1-1,2-3 1,-1-3-15,1-4 0,0-1 0,3 0 136,0 0 1,1 0 421,-5 0 1,-4 0 922,1 0-937,-7 0-1357,4 0 1099,-6-6 0,0-6 0,0-7 0</inkml:trace>
  <inkml:trace contextRef="#ctx0" brushRef="#br0">30108 8260 7937,'-8'4'167,"-1"0"0,5 4 1,-3-2-1,2 1 0,1 3 1,-1 1-1,1 1 196,2 0 1,0 1 0,4-1-1,0 2-366,2 2-7,1-2 0,-5 8 0,0-4 0,-2 2 0,-2 2 0,-4 1 0,-3 0 111,-2-2-95,-5-3 0,3-1 1,-5-1-1,-1-2 1,0-3-1,1-4 1,-1-2 195,2-2-1891,1-2 1689,5-6 0,12-41 0,2-14 0</inkml:trace>
  <inkml:trace contextRef="#ctx0" brushRef="#br0">30306 8186 7937,'-5'-13'978,"2"6"174,-5 3-826,0 3 0,1 8 0,1 5 0,2 9 0,-2 5 1,1 4-1,-2 2 421,0 2-1003,4-3 1,-2 3 0,5-5-1,0-3 1,0-2-479,0-4 612,5-10 1,2 0 0,6-15-1,-1-4 1,1-6 0,-1-7 0,2-5 6,2-1 1,-5 0 185,6 7 1,-10-1 0,5 6-1,-1 1 1,0 1 469,2 1-687,-1 6 0,-1 9 0,-3 10 0,-2 6 0,-2 3 146,0 0 0,28 27 0,2 11 0</inkml:trace>
  <inkml:trace contextRef="#ctx0" brushRef="#br0">30765 8124 8267,'-12'0'3452,"5"5"-736,3 3-2538,3 3 0,10 3 0,4 3 1,2 3-1,3 4 0,1 1 0,0 1 172,-2 3-402,2 2 0,-9 7 0,1 0 0,-4 4 1,-5 3-1,-2 5 0,-5 3-326,-8 5 1,-4 8 103,5-31 0,-1 1 1,0-2-1,1 1 0,0-1 1,-1 0-1,1 1 0,-1-1 160,2 0 1,-2 1-1,-12 20 1,-3 5-1,8-17 1,1 0 0,-1 0-1</inkml:trace>
  <inkml:trace contextRef="#ctx0" brushRef="#br0">26808 10120 8183,'-23'0'0,"1"0"940,1 0 1,6 0 1115,-2 0-1683,9 0 1,8-4-1,10 0 1,5 1-1,5 2 1,4 0-1,2-2 1,2-1-1,0 0 1005,0-2-1750,4 5 0,-6-5 1,4 6-1,-2 0 0,-2 0 1,-3 0-1,1 1 372,-1 4 0,-14 18 0,-5 10 0</inkml:trace>
  <inkml:trace contextRef="#ctx0" brushRef="#br0">26858 10443 8072,'-25'0'947,"6"0"987,2 0-1757,9 0 1,5 0-1,11 0 1,9-2-1,6 0 1,6-4-1,3 1 813,0-1-466,-2-4 0,-1 9 1,1-3-1,2 3-524,2 1 0,6 4 0,6 3 0,3-1 0,1 1 0</inkml:trace>
  <inkml:trace contextRef="#ctx0" brushRef="#br0">27540 9984 8072,'-7'-13'264,"2"1"0,5 0 0,0-1 0,0 1 601,0-1 0,4 1 0,1 1 0,2 3 139,3 4-871,1 2 0,-3 2 0,0 0 0,2 0 0,1 3 0,1 4 0,1 7-486,-1 4 167,1 2 0,-1 9 0,-1 2 0,-3 2 1,-4 4-1,-2 4 0,-4 5-1709,-2 5 1856,-3-2 1,-6 6 0,-3-5 0,-1-2 0,-3-1-1,0-4 1,0-6 964,4-9-307,-4-8 1,11-9 0,-1-4-1,7-7 1163,9-7-1732,4-4 1,3-1 0,4-1 0,4 1 0,2 0 0,3-1 0,2 2-2709,1 3 2289,5-3 0,2 5 369,5-2 0,28 3 0,-33 5 0,0 0 0</inkml:trace>
  <inkml:trace contextRef="#ctx0" brushRef="#br0">28073 10133 8014,'-5'8'624,"-3"0"0,-2 1 1,3 2-743,7-3 1,7 1 117,9-4 0,31-7 0,13-5 0</inkml:trace>
  <inkml:trace contextRef="#ctx0" brushRef="#br0">28855 10480 8201,'-13'0'607,"2"-1"1,2-2 1752,1-1-2244,5 5 0,-3 2 1,6 6-1,0 4 0,2 3 1,0 4-1,3 2 163,-3 1 1,4 2-305,-2 0 0,1 0 0,-2-1 0,1 1 1,-1-1-1,-2-2-242,-1-2 1,0-4 238,0 0 1,0-6 0,0-5-1,0-3-6,0-8 0,0-9-51,0-6 1,6-4 0,2-2 0,3-3 0,2-2 0,0-1-378,4 1 0,-2-2 376,6 5 1,-2 0 0,3 5 0,-1 5 0,0 7 0,-1 6 221,1 5 1,-6 4 3,2 5 1,-4 7-1,-2 13 1,-1 2-1,-3 2 1,0 1 345,0-2-545,-4 5 1,6-10 0,-5 3 0,0-3 0,1-2-1,-1-3 1,0-6 58,1-6 0,2-31 0,6-12 0</inkml:trace>
  <inkml:trace contextRef="#ctx0" brushRef="#br0">29426 10257 8084,'-11'-9'128,"2"1"0,4 4 1,5-4 1277,0-2 0,1 5-1090,3 1 1,3-2 0,6 2 0,0 1 0,2 2 0,2 2-327,-2 3 1,0 3-1,-1 6-251,-1-1 0,2 6 1,-8 1-1,-1 2 1,-1-1-133,-4 3 1,-1 0-1,0 2 438,0 0 0,-7-1 0,-4 0 0,-4-4 0,0-3 600,1-3 0,2-6 0,-1-1-119,1-2 1,6-2-1,8-7-644,9-4 1,7-3 0,6-3 117,1-3 0,12-6 0,6-6 0,4-4 0,0 0 0</inkml:trace>
  <inkml:trace contextRef="#ctx0" brushRef="#br0">29823 10406 8111,'-20'13'540,"-2"8"124,6-9 0,6-2 0,10-6 0,7-2-2161,4-2 1497,7 0 0,40-39 0,-22 15 0,1 0 0</inkml:trace>
  <inkml:trace contextRef="#ctx0" brushRef="#br0">30195 10170 8087,'-17'12'0,"1"1"409,0-1 0,4 1 1,4-1-1,4 0 89,2 1 0,4 3 1,2 2-1,3 0-768,0 0 0,4 3 0,-5-3 0,3 1-758,-1 3 964,-5 1 1,2 1 0,-5-2-1,0-3 1,-1 0 0,-2-1-1,-2 0 118,-2-3-140,-2-1 0,-3-7 1,0-3-1,-1-2 86,1-2 0,5-33 0,1-9 0</inkml:trace>
  <inkml:trace contextRef="#ctx0" brushRef="#br0">30219 10170 8007,'-12'12'152,"0"-5"0,10-1 0,8-6 1,8 0 1128,6 0 1,5-4 0,3-2-1282,1-1 0,33-18 0,-29 9 0,0-1 0</inkml:trace>
  <inkml:trace contextRef="#ctx0" brushRef="#br0">28756 9971 8058,'-13'0'-326,"1"0"1369,-1 0 1,12 0 0,5 0-550,6 0 0,9 0 0,7 0 1,10 0-1,8-1 0,6-2 0,2-2 1,3-1-1,2-1 1232,2 1-1769,7 3 0,-28 0 0,2 0 0,3 3 0,2 0 0,1 0 0,1 0 0,0 0 0,-1 0 0,-2 1 1,0 0-1,-3 0 0,-1 0-1093,-2 1 1,-1 1 236,0-1 0,0 0 0,25-2 0,-1 0 899,-10 0 0,-7 5 0,-7 2 0</inkml:trace>
  <inkml:trace contextRef="#ctx0" brushRef="#br0">29512 9153 8064,'-27'7'258,"1"-2"0,4 1 866,2 2 1,4 5-1,5 3-868,2 5 0,4 9 0,5 7 1,0 7-1,1 5 0,3 0 1,5 1-1,2-1 0,3 0-256,2-4 0,9 14 0,7-1 0</inkml:trace>
  <inkml:trace contextRef="#ctx0" brushRef="#br0">29115 12502 8068,'-5'-7'-104,"-2"1"2039,-5 6-1953,5 0 0,1 7 0,6 4 0,0 7 0,0 4 1,0 7-1,0 4 78,0 6 1,0 6-1,0 2 99,0 5 1,6 5 0,2 3 0,3-2 0,1-5 39,1-6 0,1-6-156,2-8 1,-2-10 0,4-10 0,0-8 0,1-5 0,2-5 78,-1-8 1,0-10 0,0-11-134,-3-6 0,1-10 0,-3-7 1,-4 0-1,-4 0 164,-2 2-122,-3 1 0,3 3 1,-6 0-1,-2 2 1,-2 6-1,-1 7 1,-1 9-1080,0 4 733,5 11 1,-3 8 314,10 8 0,5 31 0,3 14 0,4 6 0,-1-1 0</inkml:trace>
  <inkml:trace contextRef="#ctx0" brushRef="#br0">29686 12812 8068,'-12'0'168,"-1"0"0,1 0 606,-1 0-572,7 0 1,-5 0 0,4-2 0,-2-1 0,1-2 599,-2-2-859,-1 4 0,0-1 1,2 10-1,2 5 1,1 5-1,4 5 84,0 5 0,-2 3 43,0 4 0,0 2 0,4-5 0,1-1 0,2-2 1,2-5 305,2-2 0,2-9-325,3-7 1,2-4 0,1-6 0,0-6 0,-2-7-169,-4-5 1,-1-1-115,5 1 0,-2-5 0,-1 1 0,-4 3 0,1 5 1,-1 2-883,-1 3 1019,5 1 1,-9 4 0,3 7 0,-2 12-383,-2 9 250,0 0 0,0 4 226,0-6 0,11 17 0,3 0 0</inkml:trace>
  <inkml:trace contextRef="#ctx0" brushRef="#br0">29823 12812 8064,'-12'12'145,"3"0"1,2 2 353,1 3 0,-2 1 0,4 4 0,1-2-88,2 2 1,5 2 0,2 1-1,-1-1-501,1 1 1,2-5 0,-3-5-573,2-6 1,2-5 0,2-9 451,-3-7 0,-1-6 0,-5-9 0,3 0 196,-3-2 0,4-4 0,-2 4 0,0 1 136,2 2 1,-1-1 0,5 0 0,-2 5-187,2 3 1,-3 4 0,2 7 0,4 4 63,2 2 0,8 26 0,3 13 0,1 1 0,0 0 0</inkml:trace>
  <inkml:trace contextRef="#ctx0" brushRef="#br0">30368 12526 8064,'-12'-7'315,"0"-4"1,-1 5-1,1-1 1,-1 3 0,2 1 1039,3-1 0,-3 4 0,4 0-391,0 7-900,2 4 0,5 6 0,-2 4 0,0 4 0,-3 4 0,1 4 0,0 4 724,0 5-753,0 7 0,4 3 0,0 5 0,0-2 0,1-3 0,3-3 0,6-7-1273,5-4 1,5-15 1052,4-2 1,3-12 0,0-7 0,3-9 184,2-10 0,-2-17 0,1-9 0,5-4 0,-1 0 0</inkml:trace>
  <inkml:trace contextRef="#ctx0" brushRef="#br0">30604 12564 8195,'-19'0'904,"1"0"0,5 0 0,4 0-336,5 0 1,6 5 0,14 3-1,1 3-370,3 2-257,0-1 0,1 5 1,-2 1-1,-1 1 1,-1 3-1,-1 3 0,1 2-1824,-2 2 1270,-1 0 0,-2-4 0,-1 0 613,-2 0 0,-9-1 0,-7 1 0</inkml:trace>
  <inkml:trace contextRef="#ctx0" brushRef="#br0">30914 12564 8249,'-20'1'561,"-1"3"0,2-1 0,-2 5 0,4 2 165,4 1 1,-1 3 0,-1 2 0,-2 3 1044,2 1-1766,7 3 1,-6-4-1,4 6 1,-1 1 0,-3 2-1,-1 2 1,1 1-317,5-1-286,-2 4 0,5-7 1,-2 0-1,4-5 597,2-5 0,19-26 0,4-6 0</inkml:trace>
  <inkml:trace contextRef="#ctx0" brushRef="#br0">30989 12353 7994,'-17'0'1279,"2"1"-301,4 3-120,4-2 1,8 3-1,5-3 1,6 0 0,8 4-1,3 1 1,3 4 1315,3 4-2099,3 4 1,0 7 0,-3 5-1,-5 4 1,-3 7 0,-4 3-1,-5 5-206,-4 2-160,-2 8 1,-8-4 0,-2 5-1,-4-1 1,-3-2 0,-3-3 0,-2-8-3605,-5-6 914,-3-9 2981,0-2 0,-40-10 0,28-11 0,-1 0 0</inkml:trace>
  <inkml:trace contextRef="#ctx0" brushRef="#br0">29277 14114 8266,'-13'5'1419,"1"1"1,1 4-460,3-2 0,3-5 0,10 1-282,3-3-615,3-1 1,1 0-1,2 0 1,1 0-1,3 1 1,1 2-1,3 1 872,2-1-1673,-5-2 0,5-1 1,-5 0-1,2 0 1,-2 0 737,-1 0 0,4 6 0,-3 1 0</inkml:trace>
  <inkml:trace contextRef="#ctx0" brushRef="#br0">29277 14436 8086,'-21'6'224,"0"2"1,12-1 2136,0 1-2118,12-5 0,10 3 0,7-6 0,5-2 0,3-1 0,2-2 0,2-1 805,2 1-1242,2-5 1,0 9 0,-2-3-1,-1 2 194,2 2 0,1 11 0,1 3 0</inkml:trace>
  <inkml:trace contextRef="#ctx0" brushRef="#br0">29909 13965 8280,'-19'-1'291,"3"-2"1,2-3-1,1 1 1,1-1 2980,0 4-3080,5 0 1,1 8-1,6 3 1,0 7-1,0 6 1,1 5-1,2 6 488,1 3 1,1 7 0,-4 2-716,3 3 1,-3 2-1,5 0 1,-1-2 34,4-3 0,13-7 0,4-8 0</inkml:trace>
  <inkml:trace contextRef="#ctx0" brushRef="#br0">30145 14114 8230,'-19'37'105,"4"-1"1,5-2 1069,6-1-1204,2-5 0,4 6 0,2-6 0,6-5 0,5-5 0,4-5 0,2-5-1517,-1-4 1391,-4-2 1,3-2 0,-4-2-1,2-2 1,-2-6 0,-3-3 0,-2-5-632,-2-2 1013,-5 0 0,2-6 0,-5-2 0,0-2 0,0-1 0,-1 1 0,-2 2 1341,-1 2-1319,-6 1 0,4 1 0,-7 0 0,1 2 0,1 3 0,1 2 0,2 5-320,-2 2 74,-1 8-3,4 2 0,0 37 0,3 21 0,1 3 0,-1 0 0</inkml:trace>
  <inkml:trace contextRef="#ctx0" brushRef="#br0">30678 13705 8098,'-12'0'278,"0"-5"1,-1 1 0,1 2 0,-1 0-1,1 2 413,0 0 1,5 2-1,1 2 1,2 5 27,0 7-724,0 3 0,4 7 1,0 3-1,0 5 0,0 8 1,0 9-1,0 9-494,0 9 188,0-1 0,0-1 0,1-6 0,2-5 0,2-7 1,2-11-1,4-9-1255,5-7 0,-3-9 1252,4-9 1,1-10 0,0-8 313,1-9 0,-1-20 0,1-10 0,4-7 0,0 0 0</inkml:trace>
  <inkml:trace contextRef="#ctx0" brushRef="#br0">30827 14052 8970,'-8'12'0,"1"2"304,2 3 0,-5 2 1,2 6-1,-3-1-54,-2 1-296,6-5 0,1 2 0,3-6 0,-1-1 1,2-2-442,5-5 0,4-2 0,5-8 0,1-2 487,-1-4 0,28-47 0,-16 21 0,-1 0 0</inkml:trace>
  <inkml:trace contextRef="#ctx0" brushRef="#br0">30914 14101 8098,'-4'-12'81,"0"0"1,-4 3-1,2 3 1,-1 0 425,-2 3 1,2 0 0,-2 1-171,0-2 0,-1 1 0,0 6 0,2 1-132,-1-2 0,3 5 0,2 2-324,3 2 0,1-3 0,0 0 1,1 2-533,3 1 0,3 1 0,5 1 1,1-1 233,-1 0 0,5 0 0,1-3 1,0-2 357,-1-1 1,1 3-1,-2-2 1,0 1 173,-1 1 0,-5-1 0,-2 4 0,0 1 271,-1-1 0,-1 2 0,-9 1 0,-4 3 344,-5 1 0,-5 1 1,2 2-1,-3-3-327,-1-1 0,4 2 0,-2-3 0,3-3-937,2-5-319,0 2 853,5-9 0,29-41 0,12-16 0</inkml:trace>
  <inkml:trace contextRef="#ctx0" brushRef="#br0">31200 14151 8147,'-17'17'0,"0"-1"0,2 1 587,1 1 0,8-5 0,1 4 0,4-2 67,1 2 0,1-8 0,4 4 0,3-2-1154,3 0 0,1 0 1,1-3-264,-1-4 0,1-4 0,-2-4 526,-3-4 1,1-9 0,-3-3 0,-1-4 296,1-1 1,4-1 0,-2-1-1,3-2 181,1 1 1,1 2 0,-1 2 0,1 4-64,-1 3 0,0 5 1,1 5-1,-2 7-292,-3 7 0,3 15 0,-4 7 0,0 5-1050,-3 3 1164,-3 1 0,-5-2 0,-3 3 0,0 4 0,1 0 0</inkml:trace>
  <inkml:trace contextRef="#ctx0" brushRef="#br0">31683 14213 8210,'-19'-1'476,"2"-3"0,4 2 1,0-2-1,1 3 0,1 2 1,4 3 384,7 4 1,3-1 0,8 0 0,4-1-136,3-3-1284,3 3 0,3-4 1,3 2 557,1-3 0,32-17 0,-24 5 0,-1 1 0</inkml:trace>
  <inkml:trace contextRef="#ctx0" brushRef="#br0">32229 13692 8040,'-7'-12'-203,"2"4"1,3 1 0,0 0 1386,-3 0-300,1 4 1,6-7-1,0 5 1060,3-2-1699,-1 4 0,-4-1 0,0 8-177,0 5 0,0 2 0,0 1 0,0 0-230,0 1 1,-2 1-1,0 2 1,-3 5-61,3 2 0,0 3 1,2 3-1,0 3-232,0 0 1,0 4-1,0-3 1,0 2-59,0 3 1,4-7-1,2-3 1,1-6 511,3-6 0,12-18 0,4-7 0</inkml:trace>
  <inkml:trace contextRef="#ctx0" brushRef="#br0">32378 13754 8192,'-12'6'-22,"-1"2"1,2 3-108,3 1 55,2-5 1,6 8 0,0-2 0,2 2 0,1 2 0,2 0 0,2 1-230,3 0 0,1 3 0,1-3 0,0 0 303,1 0 0,-6-2 0,4-5 0,-3-2 0,3-5 0,1-6 26,1-6 1,-5-2-1,-1-10 1,0-4 793,0-3-634,-4 1 0,2-5 1,-5 6-1,0-1 1,0 0-1,-1 0 1,-2 4-120,-1 3 1,-6 2 0,2 6 0,-3 3-627,-2 4 559,1 2 0,-6 46 0,-1 11 0</inkml:trace>
  <inkml:trace contextRef="#ctx0" brushRef="#br0">32713 13531 8192,'-12'0'-66,"-1"0"-352,1 0 537,5 0 0,1 5 1,6 4-1,2 3 1,2 5-1,4 3 1,2 5-228,-2 4 1,3 3 0,-4 5 0,1 2-288,1 2 1,-7-2 0,2 2 0,-2-3 394,-2 0 0,16 4 0,5 2 0</inkml:trace>
  <inkml:trace contextRef="#ctx0" brushRef="#br0">32973 13742 8192,'-8'-2'97,"0"0"213,-2-2 1,-1-5 0,0 4-90,3-2 1,2 3-1,5-3 1,-2 0-1,-1 0 1,1-3-1,1 1 107,-2 0-378,2-2 0,-5 11 1,5 0-1,-3 7 1,3 4-1,0 3-48,2 3 54,0-4 1,0 10 0,0-6 0,0 1 0,0 0 0,2-3-447,2-1 404,-3-7 0,10 3 0,-3-6 0,3-3 153,2-3 232,-1-5 0,-5-2 169,-3 1 1,-2 7-321,-2 1 0,0 5 0,0 8 114,0-1-497,0-5 1,0 4 0,0-3-492,0 3 842,0-4 0,-2 3 0,0-5 427,-3 2-558,-4-4 0,6 2-790,-5-5 94,5 0 582,-3 0 0,5 0 405,-3 0-209,3 0 0,-6 2-387,3 2 0,2 3 92,-2 5 228,3-5 0,12-12 0,2-9 0</inkml:trace>
  <inkml:trace contextRef="#ctx0" brushRef="#br0">33060 13754 8192,'-8'-11'48,"0"3"1,5 1 0,-2 4 664,-1-1 0,5-1-334,-4 0 1,4 5 0,1 0-234,0 7-180,0 4 1,0 2 0,0-1 0,0 1 0,0-1 0,0 0 0,-1 1-309,-3-1 283,2-5 1,-5 4-1,5-3 1,-4 2-462,-1-2 1,4-4-277,-1-8 326,3-3 0,1-5 1,0 0 469,0-1 0,5-27 0,2-7 0</inkml:trace>
  <inkml:trace contextRef="#ctx0" brushRef="#br0">32986 13729 7695,'-8'0'525,"-1"0"1,5 0-36,-4 0 1,4 0 96,-4 0 1,3 0 578,-3 0-1097,5 0 1,-2 2-535,5 2 385,0 3 1,0 5-1,-2 1 1,0-1-1,-2 2 1,1 1-63,1 1 230,2 1 0,0-9 0,0 1 0,0 0 67,0 2 1,6-4 0,1-4-182,0-6 1,2-4 0,-3-5 0,-1-1-189,1 1 1,2 0 0,-4-1 0,0 1-392,2-1 0,-3 2 0,4 2-696,-2 0 0,-1 5 1301,-4-4 0,-11 27 0,-3 3 0</inkml:trace>
  <inkml:trace contextRef="#ctx0" brushRef="#br0">33085 13754 8192,'0'-12'-127,"0"4"0,-1 1 972,-3 1-405,2 2 0,-9 0 0,3 1-151,-3 4 0,3 5 0,1 6 0,1 1-387,3-1 1,2 1 0,1-1 0,0 0-159,0 1 133,0-1 0,0 1 1,0 0-1,0 3 1,0 0-1,0-1 1,0-1-66,0-2 0,0-3 0,0-1 150,0 2 0,1-5 33,4-1 1,2-2 277,5-2 1,-4 0-1,0 0-169,2 0 0,-4 1 1,-1 3-1,-1 4-243,0 3 1,1 3-1,-5 3 1,0 2 24,0 0 1,-2 5 0,-2-4 0,-4 2 12,-3-1 0,-2 1 1,2-5-1,2-2-633,0-1 0,5-7 734,-4-3 0,13-38 0,9-19 0,-3-2 0,0 0 0</inkml:trace>
  <inkml:trace contextRef="#ctx0" brushRef="#br0">33246 13729 8192,'-12'0'63,"0"0"1,-1 0 0,1 0 677,-1 0 0,6 2 1,3 2-333,3 4 0,1-1 0,1 1 0,2 2-477,1 1 1,6 1 0,-3 1-1,0 1-141,-3 2 1,1-2-1,-1 2 1,-1-2-133,-1-1 1,-2-1 412,0 0 0,0-6 0,0-7 54,0-10 1,5-9 0,3-7 0,3-2-117,2 1 1,-1 1 0,1-1 0,-1 1-38,0 3 1,1 5-1,-2 6 1,-1 2 93,-2 3 1,-1 4 0,1 9 61,-4 8 0,2 9 1,-2 8-1,-2 1-175,0-1 0,-6 4 0,0-2 0,1 0-461,1-3 1,-2-3-1,0-3 507,1-2 0,-31-9 0,-7-6 0</inkml:trace>
  <inkml:trace contextRef="#ctx0" brushRef="#br0">32415 14288 8192,'-19'11'152,"2"-3"0,4 3 1,2-3 2252,2 3-1903,4-4 0,6 3 0,5-6 0,6-1 0,7-2 0,6-1 0,4 0 329,4 0 0,9-1 0,3-4-877,3-3 1,6 1-1,1-1 1,2 0-1,1-1-384,-2 1 0,1 4 0,-5-3-784,2 2 0,5 1 1,-4 4 1213,-2 0 0,0 22 0,-9 5 0</inkml:trace>
  <inkml:trace contextRef="#ctx0" brushRef="#br0">32676 14635 8192,'-20'-7'454,"4"3"1,-2 2-1,1 2 1,4 2 0,2 2-1,4 4 459,1 3 1,2 2 0,5 0 0,2 3-278,1 0-683,6 6 0,-7-7 1,4 6-1,-2 1 1,-1 0-1,0 0 0,1-3-796,-3-1 659,0-1 0,2-9 0,1-1 0,1-3 0,1-7 1,0-8-807,2-8 955,2-4 1,2-4-1,-1 0 1,2-3-1,1-1 1,2 1-1,-2 4 200,-1 4-21,4-2 1,-5 12 0,4-1 0,-2 8-1,0 5 1,2 4 0,-2 7 285,-1 8-591,-2 2 1,-4 11 0,-1-5 0,0 2 0,-1-1 0,-1-3 0,-2-5-517,-2-3 0,-1-3 0,0-2 677,0 0 0,-27-16 0,-8-4 0</inkml:trace>
  <inkml:trace contextRef="#ctx0" brushRef="#br0">29388 15478 8036,'-12'0'0,"4"0"0,-1 0 463,0 0 0,2-1 91,-1-3 1,3 1 20,-3-5-368,5 5 0,-2-8 0,4 3 29,-4-3 0,4-2 0,-5 1 250,1-1-407,4 6 0,-6-2 178,3 5 1,-2-2-158,-2 2 0,-3 3 0,2-2-140,-2 6 1,0 4 0,2 5-85,1 0 0,-1 5 1,-2 1-1,2 1 1,0 4-253,0 5 0,3 0 1,1 6 161,-1 5 0,5-1 0,-3 6 0,2-1 30,2-3 231,0-1 1,0-2 420,0 0-332,0-5 0,0-3 1,0-9-1,0-3 1,2-5 435,2-3 0,3-5-456,5-8 0,-1-8 1,-1-5-1,-2-1 1,2-2 95,1 1 0,-3 3-324,0-5 0,-1 6 0,3-2 0,-3 3 0,-2 2 0,-1 1-768,2 3 788,-5-3 1,6 8-331,-3-5-1006,-2 5-94,3-3 1,-9 12 1521,0 2 0,-11 14 0,1 4 0</inkml:trace>
  <inkml:trace contextRef="#ctx0" brushRef="#br0">29438 15354 7666,'-12'-5'57,"-1"3"2484,1-2-1362,5 3 0,1 2-630,6 3 1,-4-1-1,0 5-432,1 2 0,-2 5 0,-1 3 0,1 1-270,-1 3 158,-3 2 0,6 6 0,-4 3 0,1 3 0,4 1 0,0 0 0,2 1-30,0-1-23,0-6 1,6 0-1,2-8 1,3-3-1,2-7 1,-1-4-1,0-4-314,1-2 120,-1-2 1,1-1 0,-1 0-1,0 0 1,1-1 0,-1-2 0,1-2 241,-1-2 0,17-2 0,4-3 0</inkml:trace>
  <inkml:trace contextRef="#ctx0" brushRef="#br0">29661 15466 8059,'-19'12'927,"2"-4"1,8-1 116,0-1 1,12-3 0,1-6 0,6-3-243,2-1-1179,1-1 1,1 0 0,1 1 0,1 0 0,-1 2 0,-1-2 376,-1 0 0,-6 21 0,-2 1 0</inkml:trace>
  <inkml:trace contextRef="#ctx0" brushRef="#br0">29649 15726 8059,'-18'14'190,"6"2"1,0-6-1,8 3 1,3-4 480,4-2-239,4-1 0,11-6 0,1-2 0,3-2 0,0-3 1,1-1-433,-1 0 0,23-12 0,7-6 0</inkml:trace>
  <inkml:trace contextRef="#ctx0" brushRef="#br0">30133 15900 7991,'-6'7'579,"6"-3"1,2-3 0,4 1-20,0 2 1,4-3 65,-2 3-554,-3-2 1,2-2-105,-3 0 1,-1-2-1,4-2-38,-1-4 0,-2 1 0,-4-3 0,0-2 0,0-5-8,0-2 0,0-2 0,0-3-13,0-1 1,0-6 0,0-2 0,0-2 0,-2-3-101,-2 1 1,1 1 191,-5 3 0,4 0 1,-4 7-1,-1 4 1,1 3-1,1 2 1,2-1 166,-5 10 0,9-9 0,-3 9 0,2-3 0,4 0 381,2 3-445,3-3 0,1 9 0,0-3 0,3 1 0,3-2 0,3 1 1,-1-1 1149,2 3-1121,-4-3 0,13 3 0,0-5 1,3-1-1,6 1 0,5-2 1,10-2-76,10-3 1,1-6-1,4 3 1,-3-1-271,-1-3 0,-2-2 0,-1 0 0,2 0-640,-2 4 0,-7 2 0,-2 7 1,-7 2-637,-5 5 1,-8 3 1487,-5 1 0,-28 33 0,-12 8 0</inkml:trace>
  <inkml:trace contextRef="#ctx0" brushRef="#br0">30592 15404 7986,'-13'0'-111,"1"0"0,-1 0 0,1 0 1164,0 0 0,3 0-570,1 0 1,0 0 0,-5 1-1,2 3 1,3 6 0,4 5 575,3 6-1200,1 2 1,-2 9 0,-1 5 0,-1 7-1,2 6 1,0 2 0,4 0-471,2-3 1,-2-2 0,7-10 0,0-6 41,2-3 1,3-13-1,1-4 1,3-4 94,2-4 1,-5-9 0,3-6 0,-2-7 461,1-5 1,-1-1-1,-3-1 1,-2-1 17,-3-2 0,3 0 1,-4 4-1,1 2 170,0 2 1,-5-1-1,3 5 324,-1 2 0,-3 8-350,2 7 1,-8 7 0,-3 8 0,-2 3-131,1 2 1,5-5 0,-2 1 0,1-2-229,0-2 0,-1 1 0,5-1-198,0 1 0,2-2 0,2-3 406,4-4 0,25-25 0,7-6 0</inkml:trace>
  <inkml:trace contextRef="#ctx0" brushRef="#br0">30765 15776 8004,'4'-8'470,"1"-1"0,-1 5 357,-4-4 0,0 0-629,0-5 1,-4 5-1,-1 0-72,3-2 1,-5 0 0,0 1-61,0 0 1,-4 7 0,3-2-229,-3 2 1,2 6 0,3 2 0,-1 1-25,0 2 0,4 2 0,-1 2 0,2-1-197,2 1 1,0-5 0,2-1 117,2-2 0,3-1 1,5-4-1,1 0-110,-1 0 1,1 0 0,-1 0 639,0 0 1,-3 0 307,-1 0 1,-1 6 0,1 2 2,-4 3 1,-2 2-1,-2-1 1,-2 2-245,-2 2 0,1-1 0,-4 5 0,2-2-445,2-3 1,-2 3-1,-1 0 1,1 0-410,-1-1 1,-2 0-1,2-6-1374,-1-3 1896,5 3 0,7-75 0,2 25 0,0 0 0</inkml:trace>
  <inkml:trace contextRef="#ctx0" brushRef="#br0">30964 15615 8004,'-19'0'152,"2"0"1,7 4 1483,2 0-1489,5 0 1,2-5 0,6-2 0,2-1 0,3 1-739,1 2 517,1 6 0,-5 2 0,-3 7 0,-2 2 0,-2 5 0,-2 2 0,0 2 275,-2 0 0,-5-2 1,4-1-1,-2-2 883,-3-2-1153,5-2 1,1-16 0,8-8 0,4-10-125,3-5 0,3-6 0,1-2 1,1 1 16,0 0 1,-1-3 0,0 5 0,0 3 51,-4 3 0,2 7 0,-5 0 293,3 5 0,0 7 0,-3 12 77,-4 7 1,-1 2 0,0 3-1,1 1-171,-1 1 0,2-2 0,-1-2 0,0-1-306,2-3 0,-5-1 1,5-1-1,-2-1-288,0 0 519,0-5 0,-9-1 0,-2-6 0</inkml:trace>
  <inkml:trace contextRef="#ctx0" brushRef="#br0">25567 17711 8098,'-16'0'0,"-1"-2"279,2-2 0,1-3 0,3-5 0,3-1 3281,4 1-2236,3 5-1140,1 2 1,0 16 0,0 6 0,0 10 0,0 7-1,0 6 1,0 7 36,0 5 0,4 5-421,0 5 0,1 4 1,-2 0-1,3-1 0,1-5 1,1-6-2053,-1-8 0,4-9 1503,-3-8 1,-1-7 0,0-15 748,-2-7 0,-3-35 0,-5-18 0,0-5 0,-1 0 0</inkml:trace>
  <inkml:trace contextRef="#ctx0" brushRef="#br0">25555 17574 8098,'-5'7'761,"-4"-3"1,5 2 854,4-2-1472,11 0 1,6-4 0,6 0 0,5 0 0,1 0 0,2 1 0,1 2-158,3 1-54,-5 6 0,4-3 0,-5 7 0,-3 2 0,-4 5 0,-6 4 0,-7 3-128,-5 6 0,-4 1 0,-4 1 0,-7-1 186,-8-2 0,-3-4 1,-11 2-1,-2 0-26,0-4 0,-3-6 1,3-3-1,1-2-328,5 1 1,5-1 0,4-3 362,8-1 0,33-27 0,13-7 0</inkml:trace>
  <inkml:trace contextRef="#ctx0" brushRef="#br0">25977 18132 7991,'-21'25'311,"0"0"0,6 4 0,-1 1 0,2 2 80,2 2 0,1-3 0,1-3 0,3-3 80,2-4 0,2-4-425,7-9 0,1-5 0,5-12 0,-2-9-252,2-8 1,1-7-1,0-7 1,-1-3 133,-2-1 1,0 4 0,3 0 0,-1 6 47,-2 5 1,0 4 0,5 3-1,-1 4-88,1 4 0,0 5 0,3 12 0,2 6 112,1 12 0,10 12 0,7 7 0,4 6 0,0 0 0</inkml:trace>
  <inkml:trace contextRef="#ctx0" brushRef="#br0">26547 17748 7991,'-12'-7'0,"0"1"647,-1 1 1,5 5-1,0 0 1,-1 7 852,3 4-1344,-5 7 1,5 2 0,-4 9-1,3 6 1,2 5 0,2 5 0,2 5-73,1 4 1,0-2-1,1 6-52,3 1 1,3-4 0,7-2 0,3-7 0,3-6-410,4-5 0,5-6 1,1-10-133,2-7 1,1-5 0,4-7 508,0 0 0,-3-9 0,2-4 0,4-1 0,-1 1 0</inkml:trace>
  <inkml:trace contextRef="#ctx0" brushRef="#br0">26994 17810 7929,'-1'-11'77,"-3"2"0,2-2 1,-3 5 1643,-1-1-1446,5 1 0,-5 8 0,6 3 0,0 7 0,0 8 0,0 5 1,0 3-1,0 6 0,0 3 557,0 4-957,0 3 1,4 2-1,2-2 1,1-2 0,2-2-1,2-2 1,2-5-784,-1-4 1,1-9 0,-1-4 907,1-7 0,-1-31 0,0-12 0</inkml:trace>
  <inkml:trace contextRef="#ctx0" brushRef="#br0">27180 17946 7596,'-12'-5'1341,"1"2"141,2-5-1159,4 5 0,6-3 1,3 6-1,5 0 1,3 2-1,3 2 693,2 4-1042,5 3 1,-3 6-1,6 1 1,1 1 0,2 2-1,1-1 1,-2 1-1074,-1 1 786,5 1 1,-6-2-1,1-2 1,-6-1-1,-2-3 1,-1-1 312,1-1 0,-21-51 0,0-11 0</inkml:trace>
  <inkml:trace contextRef="#ctx0" brushRef="#br0">27540 17859 7998,'-12'5'162,"-1"-1"1,1 5 0,-1 0 0,1 0 1531,-1-1-1438,1 9 0,1-9 0,1 10 0,2 0 0,-2 3 0,-1 4 0,0 2 976,3 2-1545,-3 0 0,10 0 0,-3 0 1,2 0-1,2-2 0,0 0 313,0-4 0,17-40 0,3-6 0</inkml:trace>
  <inkml:trace contextRef="#ctx0" brushRef="#br0">27664 17996 7929,'-4'0'1168,"8"0"1,4 0-1,13 0 1,1 0-1301,1 0 0,6 0 0,2 0 0,-1 0-2740,0 0 2872,5 0 0,8-6 0,8-1 0</inkml:trace>
  <inkml:trace contextRef="#ctx0" brushRef="#br0">28210 17711 7988,'-13'5'-100,"5"-2"0,0 4 1,-2-2-1,1-1 1793,0 2-1173,-2-5-336,10 5 1,1-6 0,7 1 0,1 2 0,-1 2 518,-2 2 0,4 3-619,-5 6 1,1 0-1,-2 6 1,1 2-1,-1 5 1,-2 3-112,-1 3 0,-4 5 56,0 1 1,-6 4 0,2-3 0,-3-2 0,-1-3 0,1-4-1574,2-4 225,-2-3 1,6-15 1318,-3-11 0,5-37 0,6-20 0,0-7 0,1 0 0</inkml:trace>
  <inkml:trace contextRef="#ctx0" brushRef="#br0">28259 17673 7988,'-12'9'105,"0"-2"438,-1-2 1,6 5 1622,3-2-2115,3 3 0,1 3 0,1 1 0,3 3 1,3 0-1,1 1 0,1 0-392,0 3 0,1-2 1,0-1-1,-2 0 154,2 1 0,-3-7 0,1 1 171,1-4 0,2-8 1,2 3-1,-1-4 190,1-1 0,-5-7 1,0-5-1,2-8 0,1-3 1,1-3 0,-1-2 0,-1-1-176,-2 2 0,-1 1 1,3 2-1,-3 3-55,-2 5 0,1 6 0,-4 5 49,3 3 0,-1 11 0,-4 11 0,0 5-28,0 4 1,0-3-1,0 3 1,1-3-304,3-1 1,2-6 0,3-2 0,1-5-826,4-3 1163,-2-4 0,28-49 0,0-11 0</inkml:trace>
  <inkml:trace contextRef="#ctx0" brushRef="#br0">28718 17599 7999,'-12'0'218,"0"0"1,-1 0 500,1 0 1,5 1-120,3 3 1,2-1-1,2 7-240,0 4 1,0-1 0,0 9-1,0 5-288,0 4 0,5 11 0,-1 3 0,0 5-66,1 3 0,-3 3 0,3 1 0,1-3-809,2-3 1,-1-5 802,1-1 0,22-49 0,10-8 0</inkml:trace>
  <inkml:trace contextRef="#ctx0" brushRef="#br0">29066 17797 7959,'-20'6'553,"4"-3"0,6 4 1,2-1 711,-2 1 0,6-4-635,4 1-569,6-8 0,6 1 1,1-4-1,-1 2 1,0 1-1,1 0 0,-1-1 485,1 3-629,5 0 0,-5 2 1,4 0-1,-3 0 0,-2 0 1,0 0-1,2 0-662,3 0 758,-9 6 1,11-3 0,-9 5-1,-2 3 1,-1 3 0,-4 4 0,-3 0 355,-4-1 0,-3 5-481,-6-1 1,-4 3-1,-4 0 1,-3 1-1,0-1 1,-1-4-1037,0-3 1148,0-3 0,-11-24 0,-2-5 0</inkml:trace>
  <inkml:trace contextRef="#ctx0" brushRef="#br0">29587 17897 7935,'-2'-13'18,"0"1"0,-4 1 0,1 1 0,-2 2 1,1-2-1,-1 1 399,0 0 1,-1 0 0,-3 3 0,2 1 298,0-1-632,1-4 1,-4 9 0,-1-4-1,1 0 1,-1 1 0,1 3 160,0 4 1,3 1-292,1 8 1,5 3 0,-2 10 0,1 1 0,-1 3 0,3 3-657,0 0 1,2 4 583,0-3 1,0 1 0,2-1 0,0-4 0,4-4 0,2-4 158,6-5 0,0-4-21,6-3 0,-3-5 0,4-10 0,-1-6 0,1-7 1,-2-6 85,-1-4 1,2 1 0,-7-5-72,-2-1 0,-5 4 0,1 1 0,-2 2 0,-2 4 128,-2 2 37,-1 3 1,-1 7-1,-3 4 1,-3 7 293,0 7-468,2 10 0,0 2 0,1 6 0,2-2 1,0-1-1,4-2 0,0-2-492,2-3 1,5-1 0,-4-2 0,2 0-1275,3 1 1740,1-6 0,12-24 0,3-10 0</inkml:trace>
  <inkml:trace contextRef="#ctx0" brushRef="#br0">29810 17921 7975,'-12'13'113,"-1"-1"220,1-5 1,6-1-334,6-6 0,50-50 0,-16 19 0,0 0 0</inkml:trace>
  <inkml:trace contextRef="#ctx0" brushRef="#br0">29835 18070 8013,'-6'7'65,"0"3"1,-7-5 0,1 1 0,1 1 0,1-2-1,3 2 1,0 0 972,0 3 1,5-4-768,-3 3-247,4-1 1,2-1-1,4-2 1,3 0 0,3-1-1,1-2 116,1 0-149,-1-2 0,1 0 0,-1 0 0,0 0 0,-1-2 0,-1 0 0,-2-4-131,2-1 116,1-1 1,0 0 0,-1 1 0,-3 0 0,-1 0 0,0-3 57,-1-1-68,0-1 0,-5 0 0,0-1 0,0 1 0,0-1 0,0 0 0,0-3-310,0 0 320,0-1 0,-2 1 0,-1-2 1,-2 0-1,-1 0 0,0 3 0,-1 1-16,-3 2 80,4-1 0,-5 1 1,3 0-1,-1-1 1,-1 2-1,3 2 103,1 0 0,2 1 1,4-4 133,0-1 0,0 1-96,0-1 1,2 2-1,0 2 1,4 2 123,1 1 1,1 1 0,6 2-57,2-1 1,0 0-1,3 4 1,0 0-23,1 0 1,4-4-1,7-1 1,2 1-159,5-1 0,0-2 0,3-4 1,-1 1-236,1 2 1,3 0 0,7-5 0,2 1-329,0 0 1,5-1 0,-4 1 0,-2-1-367,-1 1 1,-12 1 0,-7 1 0,-9 3-1048,-6 2 1907,-9 1 0,-25 15 0,-10 3 0</inkml:trace>
  <inkml:trace contextRef="#ctx0" brushRef="#br0">30133 17897 8013,'-13'0'149,"1"0"1,4 0-1,1 1 839,1 3-1003,2-3 0,4 6 0,0-3 0,1 5 0,2 2 0,3 1 0,-1 1-638,1-1 612,3 6 1,-3-4-1,4 4 1,-2-2-1,1-1 1,1-2-1,0-5-26,-2-3 1,0 0-1,5-5 1,-1 0 305,0 0 0,-3-7 0,-1-4 0,0-6-85,-1-2 1,3-6 0,-5-4 0,1 0-86,-1-1 0,0 4 0,-5-3 0,0 3-127,0 1 0,0 1 0,0 4 0,-2 5-730,-2 5 1,3 2 787,-4 8 0,-1 46 0,-1 22 0</inkml:trace>
  <inkml:trace contextRef="#ctx0" brushRef="#br0">30418 17897 7939,'-12'0'-177,"3"0"889,1 0 0,4 0-613,-4 0 0,3-5 0,-3 1 1,-1 3-94,-2 4-55,4 4 0,1 5 0,6 0 0,0 2 0,0 1 1,0 2-1,0-2-37,0-1 45,6-2 1,1-4-1,5-1 1,0-1 0,1-3-1,-1-2 1,1-2-138,-1-4 179,0 4 1,1-14 0,-2 3 0,-2-2-1,-2 0 1,-1 2 0,-3-1 438,-2 1-297,-1-1 0,0 5 0,-1 1 1,-4 2 91,-3 2-258,3 2 1,-1 6-1,6 3 1,0 3 22,0 2 0,50-17 0,12-5 0</inkml:trace>
  <inkml:trace contextRef="#ctx0" brushRef="#br0">30629 17797 8037,'-13'0'48,"5"4"1,0 2 0,0 1 341,1 3 1,-4 1 0,4 1-1,0 0-110,3 1 0,-2-1 0,2 1 0,1 0-414,2 4 1,2-3 0,2 2 0,1-2-505,-1-2 0,4 1-922,1-1 1390,3-5 1,-4-7-1,-3-8 1,-2-3 522,-2-2 1,0-3 0,0-1 0,-2 1-31,-2-2 1,3 4 0,-3-2-1,2 2-83,2 1 1,0 1-1,2 1 1,0 1-57,3 2 1,4 5-1,-1-1 1,3 3-840,2 1 655,-1 0 0,28 27 0,7 8 0</inkml:trace>
  <inkml:trace contextRef="#ctx0" brushRef="#br0">30815 17711 7990,'0'8'286,"-1"-1"1079,-4-2-488,4-1 0,-4-2 460,5 2-1348,0 3 0,-2 9 1,-1 2-1,-1 3 1,2 5-1,0 6 1,2 4-1237,0 1 1098,0-6 1,0 4 0,0-6 0,2-2 0,2-2 0,4-5 0,3-8-2162,1-7 2310,-5-3 0,15-63 0,-11 23 0,-1 0 0</inkml:trace>
  <inkml:trace contextRef="#ctx0" brushRef="#br0">30889 17760 8033,'-12'6'0,"0"1"0,1 5 0,1 0 576,2 1 1,5-1 0,-1 1 0,4-1-229,4 0 0,3-1 0,7-1 1,2-3-588,5-2 0,2 4 1,2-5-1,0 0-288,0 1 1,-1-3 526,1 2 0,11 3 0,3 0 0</inkml:trace>
  <inkml:trace contextRef="#ctx0" brushRef="#br0">31125 17773 8046,'-12'-7'0,"-1"3"198,1 2 1,-1 4-1,1 2 1,-2 4 268,-2 3 0,1 1 0,-5 2 0,2 3-317,3 3 1,0 2 0,0 0 0,-2-1-370,2 1 1,6 2 0,0 0 0,1 0-355,1-4 573,2-2 0,5-22 0,0-4 0</inkml:trace>
  <inkml:trace contextRef="#ctx0" brushRef="#br0">30753 17500 8033,'-12'12'-90,"0"-4"0,3 1-817,1 0 1184,-1 2 0,4 0 1,5-2-1,7-5 0,4-3 1,1-2-1,2-2 0,2-3 424,5 0-635,3-3 0,0 1 0,3 1 0,1 0 0,6 2-66,1-1 0,16-1 0,7-1 0,6 1 0,-1 0 0</inkml:trace>
  <inkml:trace contextRef="#ctx0" brushRef="#br0">31348 17363 8033,'-12'0'806,"1"2"1,1 0 729,2 3 0,7-1-413,1-4-992,0 0 1,11 1 0,-3 2 0,4 2 0,4 4 0,0 3 0,-1 5-333,-1 2 19,4 2 0,-4 9 0,2 3 0,-3 4 1,-5 4-1,-4 5 0,-4 4-1745,-4 3 1597,-3 4 0,-11 3 0,-3-3 1,-3-7-1,-3-8 330,3-3 0,-15-30 0,6-6 0</inkml:trace>
  <inkml:trace contextRef="#ctx0" brushRef="#br0">32031 17400 8033,'-38'6'0,"3"1"403,2 0 1,4 2-1,8-3 2282,4 1-2417,4-4 1,6 3 0,1-3-1,1 3-1443,-4 1 1113,-2 1 0,-5 8 1,-1 2-1,1 2 1,-2 2-1,-3 1 1,-1 2 819,1 0-406,4 0 0,4-1 0,1 0 0,1-2 0,2-3 0,7-1 0,6-3 687,8-1 1,6-7-1082,7-3 0,1 1 1,2 0-1,1-4 1,0-2-1,0-5-412,-1-1 1,1 3-648,-4-4 1,-4 5 0,-2-2 1100,-1-1 0,-34 27 0,-13 1 0</inkml:trace>
  <inkml:trace contextRef="#ctx0" brushRef="#br0">31721 17983 8031,'0'13'0,"0"-1"526,0 1 1,1-5-1,3-1 1,6-2 521,5-2 1,4-3-1049,6-4 0,5-11 0,3-5 0,4-3 0,-1 0 0</inkml:trace>
  <inkml:trace contextRef="#ctx0" brushRef="#br0">32415 17041 7920,'-8'-4'847,"0"0"0,4 1 0,-3 7-118,1 4 1,1 3-1,2 3-658,-1 3 0,0-2 0,4 5 0,0 4 0,0 2 1,0 4-1,0 2 0,1 2 0,2 1-1225,1-2 1154,6 3 0,2 7 0,7 8 0</inkml:trace>
  <inkml:trace contextRef="#ctx0" brushRef="#br0">32725 17128 8041,'-8'0'247,"0"0"1,4 0 2389,-5 0-1365,7 0-1101,-4 5 0,2-2 0,-1 7 0,-1 3 0,-1 7 0,-1 6 0,-5 6 298,-2 5-634,-7 14 0,3 0 0,-7 12 0,12-29 0,0 0 0,0 1 0,-1 1 1,1 1-1,1 1 0,0-3 0,1 0-568,-9 30 1,3-7-1,7-13 1,3-6-222,4-9 0,4-8 954,4-14 0,25-41 0,11-15 0</inkml:trace>
  <inkml:trace contextRef="#ctx0" brushRef="#br0">32775 17748 8041,'-6'-7'382,"4"1"1,-5 5 247,1-3 1,2 1 0,4-5 85,0-2-769,0 5 1,0-6 0,-1 4 0,-2-2-1,-2 3-914,-2 0 836,-2 2 1,-3 4 0,1 1 0,1 5 0,2 5 0,-3 5 0,-1 4-722,-1 2 870,-2 1 0,10 2 0,-4 0 1,5-2-1,3-2 0,1-5 1,1-3 178,3-5-208,9-2 0,6-8 0,4-2 0,-1-6 1,-1-5-1,1-4 0,0-2-97,-1 1 221,2 4 0,-13-1 1,2 6-1,-1 2 1,-1 8 873,-2 8-921,-2 1 0,-6 15 0,0-2 1,0 3-1,0-1 0,1-2 1,2-5-639,1-2 0,6-7 0,-2-4 572,3-6 0,7-43 0,1-14 0</inkml:trace>
  <inkml:trace contextRef="#ctx0" brushRef="#br0">32998 17326 8199,'-12'0'2409,"-1"0"-1742,7 0 0,1 0 1,10 0-1,3 0-460,3 0 0,1 0 1,2 0-1,1 1 213,2 4-727,-1 1 1,-7 7-1,-3-1 1,0 2-1,-3 3 1,-2 3-1,-2 2-2165,-3-1 2409,2 2 1,-9-3 0,3 3 0,-3-2 0,-1-5 0,0-2 1628,4-1-1346,3-7 1,12-1-1,5-10 1,10-4-221,10-6 0,18-21 0,10-8 0,-14 10 0,1 1 0,-1-1 0</inkml:trace>
  <inkml:trace contextRef="#ctx0" brushRef="#br0">31621 18529 7654,'9'0'2051,"-1"0"1,-4 0-1387,4 0-589,-5 0-62,8 0 1,-8 0 0,5 0 0,3 0 0,3 0 0,2 0-1266,0 0 788,-3-5 0,4 3 1,-1-2-1,1 3 463,1 1 0,1 0 0,6 0 0</inkml:trace>
  <inkml:trace contextRef="#ctx0" brushRef="#br0">31708 18690 8023,'-11'13'114,"3"-1"0,-2 1 0,6-1 2212,1 0-1928,2-5 1,4-1-1,4-6 1,5 0-1,3 0 1,3 0-1,3 0 277,2 0-845,2 0 1,1 0 0,2-2 169,1-2 0,7-8 0,6-5 0,2-3 0,-1 0 0</inkml:trace>
  <inkml:trace contextRef="#ctx0" brushRef="#br0">32663 18194 8054,'-12'0'1316,"6"4"1,5 2 0,5-1-1592,3 1 1,1 4 0,3-2 0,-1 3-726,-2 1 736,-5 1 0,7-1 0,-6 2 0,-1 1 264,-2 2 0,-23 32 0,-6 5 0</inkml:trace>
  <inkml:trace contextRef="#ctx0" brushRef="#br0">32428 18467 8054,'-13'6'-50,"2"-4"34,3 7 520,2-7 0,8 4 0,2-6 1,6 0-1,5-1 0,5-4 1,5-3 1055,4-3-1496,-3-1 1,14-1-1,-2 0 1,0-3 0,2-2-1,1 1 1,4-3-500,-1 1 110,-2 4 1,0-7 0,1 4 0,-1-1 0,1-2 0,-3 2 0,-3 1-2597,-4 0 2169,3 4 1,-11-3 751,0 9 0,-23 8 0,-10 7 0</inkml:trace>
  <inkml:trace contextRef="#ctx0" brushRef="#br0">32676 18517 8054,'-13'-7'319,"1"3"0,0 2 0,-1 2 300,1 0 0,3 2-535,1 2 0,5 3 0,-1 5 1,3 2-1,1 2 0,0 5 1,0 4-1,0 2 0,0 4-1498,0 0 1185,5 3 0,-2-1 0,5-2 0,1 0 0,-1-5 1,0-4-1,2-7-239,1-5 0,1-5 0,1-5 0,-1-1 468,1-3 0,-1-7 0,0-7 0,1-2 0,-1-2 0,-1 3 0,-1 1 0,-2 3 0,2 4-4,-5 1 1,6 2 0,-4 3 190,0 3 0,-1 1 1,-6 9 250,0 2 0,0 1 1,0 1-1,0 1 77,0-1 0,0-4-1179,0 0 188,0-5 0,0 1 1,0-8 391,0-4 0,0-3 0,0-1 1,0-1 280,0 1 0,0 3 0,0 1 145,0-1 1,-2-1-751,-2 2-795,3 2 1203,-5 6 0,23 17 0,3 3 0</inkml:trace>
  <inkml:trace contextRef="#ctx0" brushRef="#br0">32936 18666 8054,'-11'8'103,"3"0"0,-2-4 0,5 3 735,-2-1 1,3-1-158,-4-1-717,5-2 0,-4 3-443,3-5 0,2 2 181,-2 2 1,3 3-1,1 5-28,0 0 1,5 1-1,4-2 80,2-3 0,1-2 0,0-6 0,1 0 49,-1 0 1,1 0-1,-1 0 1,0 0 156,1 0 0,-5 0 360,0 0 0,-5 5 0,0 5 0,-6 3 67,-5 4 0,-3 5 0,-2-3 0,1 2 178,0 0 0,-1-5 0,1 4-1424,-1-3 859,1 0 0,16-27 0,4-5 0</inkml:trace>
  <inkml:trace contextRef="#ctx0" brushRef="#br0">33122 18492 7751,'-8'5'302,"0"4"1,0 3 0,-3 3 0,2 2 1428,5-2-1669,3 4 0,1-4 1,0 6-1,0 0 1,0-2-1,0-2 1,0-4-1531,0 0 1355,5-1 1,2-5-1,6-3 1,-2-4 0,-2-4-1,-1-4-157,2-3 341,1-7 0,2 0 1,-2-4-1,-2 3 1,0-1-1,0 2 1,1 0 951,-2 3-859,3 7 1,-4-2 0,5 6-1,-1 3 1,-1 4 0,-2 5-205,2 3 1,1 3-1321,1 2 1360,1-2 0,10 20 0,3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26696 1414 8335,'-12'0'363,"0"0"0,3-2 0,1 0 0,-2-2 0,-1 1 1648,-1 1-1884,5 2 0,-4 2 1,4 2-1,-1 6 0,1 3 1,1 5-19,4 2 1,-5 6 0,0 7-252,0 3 1,-4 6 0,4 4 0,-1 3-1,0 7-422,-2 6 0,-1-4 336,-2 4 0,5-14 0,0-3 0,0-6 0,1-7 1,3-8-989,2-6 339,2-10 877,0-8 0,17-95 0,-7 34 0,0 0 0</inkml:trace>
  <inkml:trace contextRef="#ctx0" brushRef="#br0">26709 1215 8335,'-6'7'182,"5"4"0,-3-2 1,2 2 1240,2 1-1264,0 0 1,0 5 0,2 0 0,2-1 0,4 1 0,5 1 0,2 1 852,1 3-918,1 1 0,-5 6 0,1 2 0,-1 0 0,0 5 0,-1 3 0,-1 5-290,-2 4 106,-5-1 0,4 9 0,-3-3 0,3 0 0,1-2 0,-1-4 0,0-5-267,0-4-1,-4-1 0,6-9 0,-3-5 0,-1-3 1,1-5-1,-3-1 358,-2-2 0,-12-22 0,-3-5 0</inkml:trace>
  <inkml:trace contextRef="#ctx0" brushRef="#br0">26659 1972 8335,'-25'0'173,"2"0"0,4-1 1686,6-4-1488,6-1 0,7-7 0,0 1 0,2-1 0,2 0 0,4-3 0,4 0 91,5 1 1,-2-3 0,6 1 0,1 3-457,1 5 1,4-2 0,1 4 0,4 0-551,0 3 1,4 1 543,-3-1 0,14 19 0,4 0 0</inkml:trace>
  <inkml:trace contextRef="#ctx0" brushRef="#br0">27267 1972 8335,'-8'-6'1055,"1"-2"0,3-1-60,5 0 0,5 2 1,6 5-369,0-3-687,1 1 1,-5 10 0,-1 2 0,0 3 0,-2 3 0,1 1 0,-3 3-609,-2 1 392,-1 2 0,0 4 1,0 0-1,0-2 1,0-1-1,0-3 0,0-1-2310,0-3 2586,0-1 0,22-57 0,6-13 0</inkml:trace>
  <inkml:trace contextRef="#ctx0" brushRef="#br0">27453 1650 8178,'-21'0'419,"1"0"0,5 1 0,-2 2 2041,3 1-2260,7 5 0,5-3 0,8 4 0,8-4-200,4 0 0,36-18 0,12-9 0</inkml:trace>
  <inkml:trace contextRef="#ctx0" brushRef="#br0">28086 1650 8308,'-13'11'2190,"1"-2"-1001,0-1 0,6-5-1197,6 1 8,6-2 0,11-2 0,3 0 0</inkml:trace>
  <inkml:trace contextRef="#ctx0" brushRef="#br0">28024 2009 8236,'-13'21'4,"1"0"0,6-12 0,6-1 0,9-5-4,6-3 0,37-38 0,-19 13 0,0 1 0</inkml:trace>
  <inkml:trace contextRef="#ctx0" brushRef="#br0">28818 1414 8279,'-13'-6'99,"5"5"716,0-3-234,5 2 1,-3 1 0,6-3 1083,0-4-1531,0 2 0,2 2 0,1 8 1,1 4-116,-2 3-170,0 2 0,-2 1 1,0 1-1,0 3 0,0 2 1,0 5-1,0 4-442,0 3 522,0 1 1,0 5 0,0 4 0,-2 5 0,0 4-1,-4 2 1,1 0-130,-1-2 1,-2-3-1,2-1 1,1-3-251,-1-1 1,2-8 0,4-7 0,0-6 449,0-5 0,6-31 0,1-8 0</inkml:trace>
  <inkml:trace contextRef="#ctx0" brushRef="#br0">28818 1426 8346,'-20'0'238,"4"0"0,2 0 0,3-1 1767,3-3-1733,2 2 1,12-9-1,2 3 1,3-2-1,3 1 1,2 1-1,4-2 8,-1-1 1,4 3 0,-2 1 0,3 1-241,0 3 1,-3 2 0,0 1-1,1 0-141,1 0 1,1 1 0,-4 4-1,-3 3-459,-3 3 331,-2 1 1,-4 6-1,-1 1 1,-1 2 0,-5 0-1,-5 1 1,-8 3-360,-8 4 1,-5-2 0,-2 5 0,-3-2 322,-2-2 1,0-6 0,-1-2-1,4 0 222,3-5 1,7 0 0,2-11 178,3-1 1,9-2-1,5-2 79,7-3 1,8 1 0,3-5 0,0 0 92,0 1 0,-2 1 0,-3 6 0,-1 0-60,0 0 1,1 1 0,-2 4-108,-3 3 1,2 7-1,-5 3 1,1 0-61,-1 0 1,-1 0 0,-4-3-1,0 1-57,0 0 1,4 1 0,1 0-12,-3-2 1,0-1 0,-2-2 0,-2-1-123,-2-2 0,3-2 1,-5-5-1,2 4-47,0 1 1,-1-3-1,0 4 1,-3 0-127,-3-1 0,-3 4 0,-2-2 0,-5 2 189,-2 1 0,2 0 1,0 1-1,-1-1-75,-1 1 1,-1-5 0,4-1-223,3-2 390,9-1 0,13-31 0,9-8 0</inkml:trace>
  <inkml:trace contextRef="#ctx0" brushRef="#br0">29202 1774 8263,'0'12'282,"-1"0"0,-2 1 1,-1-1-1,0 1 1,0 0-1,0 4 280,1 4 1,1 2 0,2 2-1,0 0-95,0-1-919,0 1 1,0 0 0,0 0 0,0-2 0,0-2 451,0-5 0,11-29 0,3-9 0</inkml:trace>
  <inkml:trace contextRef="#ctx0" brushRef="#br0">29252 1637 8255,'-25'0'343,"6"0"1,2 0-1,3 0 1715,2 0-2020,5 0 1,2 1 0,6 2 0,3 3-1,4 1 1,5 2 0,2 2-1930,2 2 1891,5-1 0,-2 18 0,1 8 0,5 2 0,0 1 0</inkml:trace>
  <inkml:trace contextRef="#ctx0" brushRef="#br0">29339 1947 8255,'-6'25'-240,"-2"0"0,-3-5 0,0 0 0,1-2 2403,2-3-1656,0-1-431,1-8 1,3-7 0,8-11 0,4-8 0,3-3 0,3-2 0,1 0-320,2 1 234,-1 4 0,1-2 0,-1 6 0,1 1 0,-1 2 1,1 5-1,-2 4-101,-1 2 266,-2 2 0,-1 7 0,-1 7 0,-3 8 0,0 7 0,0 3 0,2 1-156,2-2 0,7 16 0,1-1 0</inkml:trace>
  <inkml:trace contextRef="#ctx0" brushRef="#br0">29971 1724 8135,'-12'0'273,"0"0"1,3 0 768,1 0 1,5-1-554,-1-4 0,3-1 1,2-7-1,3 1 0,5 1 1,2 1-1,1 3 1853,0 2-2395,1 1 0,3 4 0,1 1 0,-1 3 0,1 6 0,-1 5 0,0 5-2330,-3 4 1954,0 1 1,-1 1-1,-1 1 1,-2 2-1,-5-1 1,-2-2 0,1-1-3075,1 0 3503,0-6 0,-9-29 0,-2-12 0</inkml:trace>
  <inkml:trace contextRef="#ctx0" brushRef="#br0">30207 1439 8074,'-21'1'0,"2"2"1654,1 1 1,-2 6 0,4-2-373,5 3 0,6-4 1,9-3-352,4-3-1125,9-1 0,2-1 1,7-3 193,3-4 0,14-4 0,8 0 0</inkml:trace>
  <inkml:trace contextRef="#ctx0" brushRef="#br0">30827 1712 8152,'-12'4'483,"0"0"0,-1-1 0,2-1 0,3 2 371,4 5 1,-2 2 0,2 1 0,1 1 262,2-1-1267,6 6 0,-2-3 0,5 6 0,2 1 1,0 0-1,-1-2 0,0-3 150,0-3 0,19-24 0,5-5 0</inkml:trace>
  <inkml:trace contextRef="#ctx0" brushRef="#br0">31038 1513 8630,'-5'-19'1075,"-4"2"-898,4 9 0,5 2 1,8 8-1,5 2-31,3 4-146,3-2 0,28 32 0,6 4 0</inkml:trace>
  <inkml:trace contextRef="#ctx0" brushRef="#br0">31175 1662 8049,'-25'29'-13,"0"0"0,0 4 0,0-3 0,2 0 1015,2 1 1,5-6 0,8-6 269,3-1-1288,10-2 0,7-9 0,10-3 1,4-2-1,5-2 0,-1 0 0,0 0-1187,-2 0 1107,-8 0 1,-2 0 0,-5 0 0,-1 1-1,-1 3 1,-3 5 0,-5 3 166,-6 4 61,-3-2 1,-12 8 0,-4-4 0,-5 0 0,-2 0 0,2-3 0,1-1-997,1-2 864,0-5 0,28-29 0,6-12 0</inkml:trace>
  <inkml:trace contextRef="#ctx0" brushRef="#br0">31559 1836 8152,'-5'6'-89,"3"1"1517,-2-3-1110,3-2 0,6 7 0,2-3 1,2 0-1,-1-1 0,1-2 0,2-2 1,2-1 693,-1 0-1094,6 0 1,-3 0-1,5-1 1,-2-3-1,-2-3 1,1-2 0,-1 1-554,-1-1 0,-1-2 302,-1-2 1,-7 1 0,-1-1-1,-4 1 1,-1 0 0,-1-1-157,-4 1 0,-6 1 768,-5 2 0,-6 4 0,1 5 0,-1 0 1,0 1-1,3 5 770,1 6 1,1 2-923,5 7 0,1-1 1,3 5-1,3 0 1,5-2-1,5-1-652,3-1 1,8-2-55,5 2 0,3-7 0,0-7 1,0-2 578,-4-2 0,26-24 0,1-6 0</inkml:trace>
  <inkml:trace contextRef="#ctx0" brushRef="#br0">31845 1885 6904,'0'-12'662,"0"-1"104,0 6 0,-2 3 1,-1 8-1,-2 6-238,-2 5 1,3 0 0,-3 5 0,2-1-609,2 0 0,1-4 1,2 2-1,0-3-727,0-2 1,2-5 369,2-3 0,3-9 0,5-6 0,1-7 95,-1-6 1,2 2 0,1-8 0,1 1 639,0 0 0,-4 2 1,-2 6-1,-3 4 377,-2 4 1,-1 7 0,-4 7-299,0 10 1,-4 3 0,-1 7 0,-1 1-304,1 1 1,-4-2-1,5-2-823,1-1 0,3-1 0,5-6-192,3-3 0,3-4 0,3-8 0,1-4 941,1-3 0,1-2 0,12-27 0,4-6 0</inkml:trace>
  <inkml:trace contextRef="#ctx0" brushRef="#br0">32068 1836 6027,'0'12'-56,"-6"-5"1,-12 9 0,-8-2 0</inkml:trace>
  <inkml:trace contextRef="#ctx0" brushRef="#br0">32105 1786 7817,'-12'7'0,"-1"-3"143,1-3 0,4-1 1,1 2 1230,1 2-1092,2-3 0,5 5 0,2-8 0,3 0 272,1-3 0,-3 1-282,4 4-410,-5 0-93,2 6 150,-5 1 1,0 1-649,0 0 51,0-5 0,-1 7-593,-3-6 1181,2 5 0,-4-7 0,3 3-418,-1 1 599,-1-5 1,5 6-1,-1-4 1,-2 2-179,-1 2-299,0-4 0,5 1 71,4-8 0,-3 1 1,5-5 259,-1-2 1,2 3 54,-4-1 0,0 5 0,-5-2 536,-3 5 0,1 0 808,-5 0-1479,5 0 1,-3-1-525,6-4 1,0 3 383,0-7 0,2 7 0,1-4 275,1 1 0,0 3 0,-4-3 0,0 5 0</inkml:trace>
  <inkml:trace contextRef="#ctx0" brushRef="#br0">32105 1761 8145,'-16'8'34,"-1"1"1,0-2 0,6 2 0,2-2 781,1-1-442,5 3 1,-3-6 0,8 4 0,2-3 106,4-5-597,9 1 0,-4-10 0,4 6 0,-3 0 0,-2 0 0,1-1-44,-1 3 104,0 6 0,-5 3 0,-3 7 0,-2 2 0,-2 5 1,0 4-1,-2 3 518,-2 6-450,3 1 1,-10 4 0,3 1 0,-3 1 0,-1-1-1,3-3 1,2-3-1089,1-6 777,2-1 1,4-8 298,0-3 0,6-35 0,1-10 0</inkml:trace>
  <inkml:trace contextRef="#ctx0" brushRef="#br0">32155 1848 8145,'-21'-8'0,"2"1"0,1 1 2355,3 4-1301,1 0 0,14 2 0,8-1 0,10-2-850,6-1 1,4-2-1,1 4 1,0-3-395,2 3 0,-7 0 1,3 2-1,-7 2-291,-2 2 1,-5 3 0,-6 7-1,-2 1-404,-2 1 0,-2 6 0,-4-2 1,-3 0 273,-7 1 0,-3-6 0,0 2 611,0-4 0,-17-28 0,0-7 0</inkml:trace>
  <inkml:trace contextRef="#ctx0" brushRef="#br0">32378 1811 8122,'-5'18'196,"2"-5"0,-4 4 702,1-3 0,9-3 1,8-3-980,4-4 1,7-8 0,-1-4 0,4-5 80,4-3 0,-1-15 0,3-7 0,5-5 0,0-1 0</inkml:trace>
  <inkml:trace contextRef="#ctx0" brushRef="#br0">32577 1563 7943,'-18'-7'0,"-2"3"-114,1 2 1,0 6 0,5 2 0,0 2 1223,3 6 0,3 0 0,0 6 0,3 2 857,4 2-2036,1 6 0,0 6 0,0 7 0,1 1 0,2 3 1,3 0-1,-1-1-1033,1 0 636,-2-6 1,0-3 0,2-9 0,0-6-1,4-6 1,1-3 0,1-5 465,1-4 0,5-30 0,1-9 0</inkml:trace>
  <inkml:trace contextRef="#ctx0" brushRef="#br0">32812 1823 8122,'-8'13'-70,"0"-1"1,-2 2-626,-1 2 1185,-1-2 0,-1 9 1,1-3-1,1 0 1,2 1-1,5 0 1,3-1 1560,1 1-2097,0-6 0,1 2 0,3-8 0,5-2 0,3-1 1,3-3-1,2-3-649,-2-5 0,0-1 1,0-8-1,2-3 280,-2-3 1,-1-4 0,-3 1 0,-1 1 250,-2 1 0,-4 0 1,3-2-1,-2 1 1311,-2 1 0,-2 6 0,-1-1-156,0 2 1,-1 7 0,-2 4-692,-1 6 0,0 5 0,4 9 0,0 5-415,0 5 1,1 1 0,2 5 0,3 1-147,1 2 1,-5 6 0,4 0-1,-2 2 26,0 3 0,0 3 0,-5 2 0,-3 2 308,-5-2 0,-2-2 0,-1-5 1,-2-3 190,-2-4 1,-2-12-1,-4-6 1,1-9-584,-1-7 0,3-8 0,-2-7 319,-1-9 0,-10-25 0,-4-13 0,10 14 0,-1-1 0,1 0 0</inkml:trace>
  <inkml:trace contextRef="#ctx0" brushRef="#br0">26411 3572 8118,'-12'-13'205,"-1"-3"0,1-1 1,1 2-1,1 0 1,3 0-1,2-2 901,2 2 0,2 6 0,2 2 53,3 1-1017,3 2 0,0 10 0,-3 3 1,-3 6-1,-1 7 0,0 7 1,0 9 501,0 6 0,0 5-531,0 5 0,0 3 0,-1 5 0,-2 0 1,-1 0-1,1 0-2433,2 0 1,1-11 552,0-6 0,1-16 1767,4-8 0,7-67 0,7-17 0</inkml:trace>
  <inkml:trace contextRef="#ctx0" brushRef="#br0">26361 3349 8118,'-12'0'694,"6"5"1,6 3-38,7 3 0,4 3 0,3 1 0,3 3-250,3 2-482,4 0 0,-5 5 0,-2 0 0,-4 0 0,0-1 0,-1 1 1,-1 0-864,-2 0 822,-4 0 0,-6-1 1,-3 1-1,-5 0 1,-3-1-1,-3-2 1,-3-3-1495,-1-1 1352,3-2 1,-6-5 257,6-2 0,-1-15 0,5-8 0</inkml:trace>
  <inkml:trace contextRef="#ctx0" brushRef="#br0">26634 4018 7936,'-12'18'-51,"0"3"1,0-3 0,3 0 0,2 0 1395,1 2-1283,2-2 1,4 4 0,0-4 0,0 0 0,0 0-306,0-3 300,6-7 1,-3-3 0,3-10 0,1-4-1,0-6 1,2-6 0,-1-4 950,0-4-849,0-2 0,3-2 0,0-1 1,-1 0-1,1 0 0,-1 0 0,1 6-96,0 1 1,1 7-1,2 2-746,2 4 0,-2 0 0,3 11 683,-3 5 0,26 25 0,6 13 0</inkml:trace>
  <inkml:trace contextRef="#ctx0" brushRef="#br0">27304 3423 8120,'-5'-12'420,"-2"5"1,-6 3 1318,1 2-1603,5 13 0,-4-1 0,3 12 0,-5 3 0,-2 5 0,-1 5 0,1 6 590,1 6-674,1 0 1,1 15 0,0-2-1,1 5 1,2 0 0,5-3 0,3-6 801,1-6-1118,11-6 1,-2-18-1,12-5 1,1-7-1,3-6 1,4-4-1,3-4 264,-1-4 0,22-20 0,-1-9 0</inkml:trace>
  <inkml:trace contextRef="#ctx0" brushRef="#br0">27577 3597 8473,'-12'-11'653,"-1"2"0,5 4 0,1 6 255,2 3 1,-1 9 0,3 7 0,-1 5-180,1 4-932,2 8 1,-3 8-1,-2 4 1,1 2 0,-2 1-1,2 2 1,-2-1-3402,0-2 2946,4-13 0,-3-3 658,6-15 0,23-79 0,-10 17 0,1 0 0</inkml:trace>
  <inkml:trace contextRef="#ctx0" brushRef="#br0">27627 3522 8122,'0'-37'0,"0"0"0,0 5 0,0 5 1898,0 5-1392,0 9 0,0 9 0,0 10 1,0 7-1,0 9 0,0 7 1,1 4 3724,3 6-4235,-2-2 1,7 10 0,-3-4 0,-1 1 0,2 3 0,0 0-1,1-2-1223,-1-4 1,4 3 0,-2 1 0,2-1 311,1-3 1,-4-8 0,-1-4-1,-1-4-971,-4-5 1886,0-2 0,-46-27 0,-11-6 0</inkml:trace>
  <inkml:trace contextRef="#ctx0" brushRef="#br0">27639 4006 7927,'-4'-12'0,"-1"-1"-115,-2 1 0,2-1 1,-1 1-1,0 0 1799,3-1 0,2 5 0,1 0-1108,0-2 0,3-1 0,4 0 0,6 1-950,5 2 0,4 5 0,6-1 374,1 3 0,33 6 0,4 2 0</inkml:trace>
  <inkml:trace contextRef="#ctx0" brushRef="#br0">27987 3944 8122,'-9'0'1283,"1"0"0,7 0-803,1 0 1,5 0-1,6 1-778,-3 3 1,2 3-1,-6 7 1,-1 3-30,-2 3 1,-1 1 0,0 1 0,0 1 140,0 0 1,0-3 0,0 1-1,0-5 57,0-2-43,6-1 0,-3-7 0,5-1 0,2-5 172,1-5 0,3-25 0,0-13 0,3-4 0,0-1 0</inkml:trace>
  <inkml:trace contextRef="#ctx0" brushRef="#br0">28073 3621 8122,'-12'12'436,"0"-4"0,-1 3 0,2-3 0,3 3 1202,4 1-1653,2-5 0,8 3 0,3-6 1,5-1 14,3-2 0,38-23 0,6-5 0</inkml:trace>
  <inkml:trace contextRef="#ctx0" brushRef="#br0">28446 3373 7974,'-9'-11'338,"2"2"1,2 0 0,2 0 1833,2-2 1,2 4-40,3 3-1913,3 13 0,6 2 0,-1 14 1,0 6-1,1 3 0,-1 5 1,1 2 112,-1 4 0,-1 9-281,-3 4 1,-2 3 0,-6 2 0,0 3 0,-3 3-1,0-34 1,-2 0 199,-3 1 1,-1-1 0,-9 28-242,-2-1 0,-1-8-11,-4-13 0,-13-16 0,-9-3 0,-4-3 0,1 1 0</inkml:trace>
  <inkml:trace contextRef="#ctx0" brushRef="#br0">28991 3795 8006,'-24'14'419,"-1"2"1,5-6 0,4 2 0,3 0 0,7-3 2013,6-1-2425,11-2 0,8-6 0,7 0 1,2 0-1,2 0 0,0-1 1,2-4-1030,0-3 800,-5 3 1,8-5 220,-6 6 0,-6 0 0,-5 4 0</inkml:trace>
  <inkml:trace contextRef="#ctx0" brushRef="#br0">29053 4204 8255,'0'13'298,"0"-1"1,7-1 0,6-3 0,6-3-955,4-4 656,2-1 0,39-22 0,-28 8 0,1 0 0</inkml:trace>
  <inkml:trace contextRef="#ctx0" brushRef="#br0">29661 3696 8113,'0'-19'105,"0"2"1,0 3 0,0 2 0,0-1 1837,0 1-1472,0 0 1,2 1 0,0 1 0,3 2-63,-3-2 0,0 11 0,-4 8-435,-2 9 1,1 6 0,-5 7-1,-2 6 1,-1 8-14,-1 8 0,4 3 0,1 8 12,1 2 1,-2 3-1,6-32 1,0 0-1,0 0 1,1-1-1,1 33 1,4-7-1,6-7 1,5-7-1,6-5-217,2-6 0,2-15 1,0-5-1,1-10-2094,3-6 2338,8-12 0,8-25 0,4-13 0,-12 11 0,0 0 0,1-1 0</inkml:trace>
  <inkml:trace contextRef="#ctx0" brushRef="#br0">30269 3510 8368,'-8'4'520,"0"0"0,5 2 0,-3-2 112,1 4 0,3-1 1,-2 1-445,3 2 1,1 1 0,-1 1 0,-2 1 0,-1 0 0,1 4 0,1 5 0,1 6-1,-2 5 343,-1 3-759,-5 6 0,3 2 0,-4 6 0,4 0 0,0-1 0,3-2 0,2-6-2276,1-8 657,0-5 1847,0-9 0,16-23 0,5-11 0</inkml:trace>
  <inkml:trace contextRef="#ctx0" brushRef="#br0">30319 3820 7880,'0'-8'2293,"0"-1"1,5 7-1950,4-3 1,2 0-1,2 1 1,4 0-515,4-2-93,2 5 1,3-6 0,3 4 262,4-1 0,7-3 0,6-1 0,3 1 0,1 0 0</inkml:trace>
  <inkml:trace contextRef="#ctx0" brushRef="#br0">30914 3274 8088,'0'-8'170,"0"0"770,0-2 1463,0-1-1643,0 4 0,0 4 1,0 10-981,0 6 1,0 9 0,0 1 0,0 6 0,0 3-359,0 2 0,0 2 0,0 1-463,0 0 1041,0-5 0,-11 6 0,-5 4 0,-2 1 0,1 1 0</inkml:trace>
  <inkml:trace contextRef="#ctx0" brushRef="#br0">30790 3733 8088,'-12'7'390,"-1"-3"370,6-2 0,3-2 0,10 0 1,6-2 747,8-2-1627,3-3 1,7-5 0,3-1-1,3 1 1,3-1 0,1 1-1,0 1-864,-4 3 983,1-3 0,-11 26 0,4 0 0</inkml:trace>
  <inkml:trace contextRef="#ctx0" brushRef="#br0">30865 4080 8088,'-20'25'13,"2"-1"0,6-2 0,0-2 0,-1 2 389,6 2 0,-2-1 1,4-2-1,3-5 1,0-2-1,2-1-59,0-1-439,6-5 0,-3-3 0,5-9 0,2-8 0,1-6 0,1-6 0,0-4 594,1-4-445,5-3 0,-3 0 0,4 1 1,-1 0-1,-1-1 0,-1 3 0,1 1 711,-2 5-739,-1 6 0,-2-1 1,0 7-1,1 7 0,-2 11 1,-3 12-66,-4 7-89,-2 8 0,2 2 0,0 4 0,-1-2 0,-2-2 1,0-2-1,2-2-1272,1-2 150,0-1 1251,2-6 0,17-18 0,10-9 0</inkml:trace>
  <inkml:trace contextRef="#ctx0" brushRef="#br0">31497 3423 8631,'0'12'1288,"0"2"0,2 4 1,2 7 412,4 7-1609,3 9 1,1 4-1,-1 9 1,-1 4 0,-3 3-1,-1 1 1,-4 0-530,0 0 299,-13-6 1,1 5-1,-9-6 1,-1-3 0,1-6 137,-3-6 0,-23 1 0,-11 5 0,16-13 0,0 0 0,-1 0 0</inkml:trace>
  <inkml:trace contextRef="#ctx0" brushRef="#br0">31770 3435 8042,'0'-12'0,"-1"0"78,-3-1 1,2-3 0,-3-1-1,1 2 393,-1 1 0,1 2 1,4-1 87,0 1 1,0 0 0,-1 1 0,-3 2 0,-3 7 1450,0 4-1981,2 5 1,3 7 0,-1 3 0,-1 2 0,2 3 0,0 1 0,2 3-865,0 1 0,0-1 0,2-1 1,0-2-1193,2-2 2027,6-3 0,25-6 0,11 0 0</inkml:trace>
  <inkml:trace contextRef="#ctx0" brushRef="#br0">31919 3386 7920,'-12'1'-44,"-1"3"0,5-2 0,1 3 0,0-1 550,0 1 0,5 4 0,-3-1-239,4 3-255,1 2 0,0 1 0,1 1 0,2 1 1,3 1-1,-1-1 0,2 1 230,0-2-245,1 4 1,5-5-1,-1 1 1,0-4 0,2-4-1,1-1 1,3-3 269,2-2-245,-5-1 0,8-6 0,-4-3 0,2-5 0,-2-4 0,-1-1 0,-2-3 124,-3-2-129,-6-1 0,-1 1 1,-6-1-1,-2 0 0,-2 0 1,-4 2-1,-4 2-202,-5 5 0,-1 2 1,-4 3-1,3 3-703,1 3 888,1 10 0,-12 40 0,-4 16 0</inkml:trace>
  <inkml:trace contextRef="#ctx0" brushRef="#br0">32316 3336 8040,'-8'7'-198,"-1"-1"0,0-2 0,-1 1 676,2 2 0,1-3 1,4 5 1226,-1 0-1752,0-3 0,4 5 1,0-3-1,0 3 0,0 1 1,0 1-476,0-1 458,0 1 0,1-2 0,3-3-82,5-4 0,0-4 117,0-4 0,2-3 1,-4-7-1,1-1 0,0-3 1,0-1 5,-1-3 0,4 0 107,-2 1 1,-3 3 0,1 6-1,0-1 1,-1 1 0,1 1 203,0 3 1,-3 2-200,4 6 0,-4 2 1,3 2-1,-1 4 0,-4 4 274,0 5-645,-2-3 0,4 5 1,0-4-1,-1 2 1,-1-2 281,3-1 0,-4-2 0,4 0 0</inkml:trace>
  <inkml:trace contextRef="#ctx0" brushRef="#br0">32688 3088 8040,'-5'-11'0,"-4"3"615,-2 4 0,3 2 0,1 4 0,2 2 1257,2 4-1696,2 3 0,-1 3 1,-1 1-1,-2 3 0,-1 1 1,-1 3-1,2 2 68,-1 1-458,2 5 1,0-3 0,0 5 0,1-2-1,2-2 1,2-2 0,3-2-3356,5-4 3138,2 4 1,3-16 0,1 0 0,3-5 430,1-3 0,2-25 0,1-11 0,4-1 0,0-1 0</inkml:trace>
  <inkml:trace contextRef="#ctx0" brushRef="#br0">32800 3336 8040,'0'-8'413,"0"0"1,-2 1 357,-2-1 1,2 3 0,-5 10-525,1 3 1,1-1 0,2 1 0,-1 2-208,1 1 1,2 1 0,2 0-347,3 1 1,-3-5 0,5-1 0,0-1-403,2-4 1,-1 0-1,1-4 544,2-2 1,-1-3 0,1-5 0,-3-1 368,-2 1 1,4 0 0,-5-1 259,-2 1 0,-2 1-343,-4 3 0,-1 3 1,-5 8-1,3 3-515,2 1 0,1 1 0,4 4-251,0 1 1,0-5 0,1-1 0,3-2 643,4-2 0,-1-2 0,2-1 0,0 0 0,2 0 0,6 0 0,-1 0 40,-1 0 1,-1 0 978,-1 0 1,-5-1 253,0-3 1,-6 3-1041,-2-4 1,-2 4 0,-6 1-223,-2 0 1,3 6 0,1 2-109,0 3 0,2 1 1,4 1-1,0-1-56,0 0 0,0 1 0,0-1 0,1 1 2,3-1 1,-1 0 0,4 1 0,0-1 134,0 1 0,-4-1 0,1 0 0,-3 1 182,-1-1 1,0 5 0,0-1 0,-1 1 15,-3 1 0,1-4 1,-5 2-1,-2-2-93,-1-2 0,3-1 1,1-1-1,0-3-534,0-2-180,4 0 0,-2-12 1,6-4 624,3-5 0,25-39 0,-9 25 0,0 0 0</inkml:trace>
  <inkml:trace contextRef="#ctx0" brushRef="#br0">33197 3361 8040,'-17'8'383,"1"1"0,1-5 1,5 4-1,2 2 148,-2 1 1,0 1-1,2 0 1,4 1-312,3-1 1,1 1 0,0-1-399,0 0 0,5-5 0,3-3 1,3-2-247,2-2 1,-1 0-1,1-2 1,0-3 297,4-7 1,-3-2-1,2-7 1,-1-1 275,2-1 0,-3 2 0,2 0 0,-2 1 453,-2 0 0,-3 2 0,-1 6 10,2 0 0,-3 5 1,-1 5-134,0 9 0,-2 3 0,-4 11 0,0 1 189,0 1-669,0 2 0,6 16 0,0 5 0</inkml:trace>
  <inkml:trace contextRef="#ctx0" brushRef="#br0">28892 5668 8093,'-11'-6'-73,"3"-2"0,5-3 1938,6-1-1725,4-1 1,5 5-1,2 0 1,2-2-1,5-1 1,1-1-1,0 1 330,-1 2 1,0-2-552,3 3 1,1 3 0,0 0 0,-2 4 0,-1 1 0,-2 0-258,-2 0 1,-2 1 0,-5 4 45,-2 3 0,2 7 292,-3 2 0,-19 38 0,-4 5 0</inkml:trace>
  <inkml:trace contextRef="#ctx0" brushRef="#br0">28855 5941 8141,'-13'0'683,"9"0"0,8 0 809,12 0-1372,11-6 1,6 3 0,7-5-1,3-1 1,1-1 0,3 0-121,1 2 0,16-1 0,10-1 0,-21 1 0,1 0 0,-1 1 0</inkml:trace>
  <inkml:trace contextRef="#ctx0" brushRef="#br0">29922 5308 8100,'-25'0'0,"2"2"262,2 2 0,4-2 1,8 7-1,0 0 373,0 2 0,3 3 1,2 3-613,3 3 0,2 8 1,2 2-1,2 2 1,2 2-1,2 1 1,-1-1-1,-1-2 1,0 0-654,-1-1 641,-3-3-11,8 2 0,-15-5 0,3 0 0</inkml:trace>
  <inkml:trace contextRef="#ctx0" brushRef="#br0">30319 5482 8177,'-7'-13'310,"-4"5"1,4 0 0,-1 0 0,-1 1 490,0 3 0,-1 5 0,0 6 0,4 7-140,0 4-629,-4 8 1,3 1 0,-5 6 0,0 2 0,-2 2 0,-1 3 0,-3 1-259,-1-1 1,2 0-396,-4 2 0,2-4 0,-2 4 0,5-5 621,2-4 0,2 8 0,-1-2 0</inkml:trace>
  <inkml:trace contextRef="#ctx0" brushRef="#br0">30257 5953 8174,'-13'0'-28,"1"0"331,-1 0 132,1 0 1,7 0 0,5 0 255,6 0-615,11 0 0,2 0 0,6 0 1,0 0-1,1-1 0,3-2 0,3-3 108,-1 0-211,0 3 1,-6-8 0,-1 4 0,1-1-1,-1-1 1,-4 0 0,-3-1 205,-3 2-224,-7-3 1,-2 4 0,-5-5 0,-1-1 0,-5 2 0,-5 1 0,-5 4-160,-4 0 101,-6 2 0,0 5 1,-4 5-1,1 5 1,-2 7-1,1 4 1,1 4-84,6 0 350,-2 6 0,12-5 0,0 6 1,4 2-1,4-1 0,3-1 0,5-5 1227,5-6-1604,9-4 0,2-7 0,8-3 0,0-4 0,2-2 0,0-2 1,0-2 212,0-2 0,-22-36 0,-10-13 0</inkml:trace>
  <inkml:trace contextRef="#ctx0" brushRef="#br0">29562 5172 8169,'-12'5'0,"-1"5"-65,1 5 1,5 9-1,3 7 1,2 5-5,2 7 221,6 4 0,2 12 0,7 4 1,3 3-1,0 2 0,0-5 0,-1-2-642,1-3 363,-5-6 0,5-2 0,-5-9 0,0-4 0,3-2 127,0-2 0,17-6 0,0 4 0</inkml:trace>
  <inkml:trace contextRef="#ctx0" brushRef="#br0">30914 5383 8536,'-7'0'1730,"10"0"0,12 0 827,9 0-2268,-2 5 0,9 8 1,-3 7-1,0 5 1,-4 5-1,-3 9 0,-3 9 271,-3 9 1,-7 5-597,-3 4 0,-5 3 0,-2-33 0,-2 1 0,-1-2 0,-2 0 0,-14 31 1,-7-4-783,-5-4 0,-3-1 331,-1-4 1,-4-13 0,1-3 0,3-9 0,5-7-1,4-5 487,5-2 0,1-40 0,-3-10 0</inkml:trace>
  <inkml:trace contextRef="#ctx0" brushRef="#br0">31410 5147 8169,'-23'0'0,"1"0"0,1 0 0,6 0 0,-1 1 703,2 3 0,7 3 1,3 7-455,2 3 1,2 2-1,0 6 1,0 0 0,0-1-1,2 3 1,0 0-1,4 2 1,1-1-3285,3-2 3035,1-7 0,23-18 0,6-9 0</inkml:trace>
  <inkml:trace contextRef="#ctx0" brushRef="#br0">31609 5271 8169,'-19'0'128,"2"0"1,-1 4 0,2 2 0,0 1 571,3 2-517,6 2 0,1 6 0,6 1 0,2 0 0,2 1 0,4-1 0,4 0-13,5-3-321,-3-7 0,9-2 0,-4-6 0,2 0 0,-2 0 1,-1-2-1,-2-3 43,-3-8 169,-6 1 1,4-10 0,-4 4 0,0 0 0,-3-1 0,-2-1-1,-2 0 595,0 1-731,0-5 1,-6 10 0,-2-2 0,-3 3 0,-3 4 0,-1 2 0,-3 1-865,-1 4 85,3 6 0,-6 3 854,6 5 0,32 28 0,13 7 0</inkml:trace>
  <inkml:trace contextRef="#ctx0" brushRef="#br0">32130 4911 8126,'-6'-11'739,"-2"3"1,1 1-1,-1 4 700,-2-1-1282,-1 6 0,3 5 0,0 6 0,-2 4 1,-2 5-1,-3 5 0,-2 7 148,2 1-285,-4 8 0,1 1 0,-4 6 0,2-2 1,2-1-1,5-4 0,3-3-412,6-5 173,2-6 1,2-4 0,3-8 0,4-5-1,5-4 1,4-4 0,2-4-1445,2-4 1307,4-8 0,5-6 0,0-4 0,-2 1 0,-1-1 0,-1 0 0,-1 0 356,-4 1-115,-2 6 0,-5-7 0,-2 6 1,-3 1-539,-4 1 1015,-3 1 0,-6 6 1,-3 3-1,-2 4 1,0 3 1697,2 1-1896,5 6 1,-2-7-871,5 5 1,1-1 334,3 1 0,3-2 0,6-6 65,-1 0 0,0 0 1,1 0 173,-1 0 1,1 0 0,-1 0-1,-1-2 124,-3-2 1,2 1-1,-5-5 978,2-2 1,-4 4-233,1-3 1,-8 2 0,-4-1-497,-3 4 0,-2 3 1,1 1-1,0 0-18,-1 0 0,5 0 0,1 1-202,1 3 1,1-1-616,1 5 0,8-1 1,0 3 248,6-2 1,2-5-1,1 1 1,-1-3 134,0-1 1,1 0 0,-1 0-1,1 2 291,-1 2 1,-5-2 0,-2 5 492,1-1 0,-5 4 0,3-2-105,-2 3 0,-4 1 1,0 1-1,-2-1-264,1 0 0,-3 1 0,2-1 1,1 2 143,2 3 0,-3-4 1,0 4-991,1-3 0,2-2-2117,1 0 2757,0-5 0,27-51 0,-10 13 0,1 0 0</inkml:trace>
  <inkml:trace contextRef="#ctx0" brushRef="#br0">32651 5147 8126,'-14'0'125,"-1"1"1,-2 2 561,2 1 0,2 2 0,0-3 0,1 2 158,-1 2 0,6-3 0,3 4-855,3 2-277,1 1 1,5-4-1,4-3-125,2-3 0,2-6 0,3-3 0,0-5-26,-1-3 0,3 2 0,-1-3 1,-2 4 970,-1 0 0,-2 5 0,1 1 0,-1 1 179,0 4 1,-3 2-1,-2 4 1,-2 6-386,-2 5 1,-2 9 0,-1 10 0,0 3-753,0 4 1,0-1 424,0 6 0,-7-6 0,-2 4 0,-2 5 0,1-1 0</inkml:trace>
  <inkml:trace contextRef="#ctx0" brushRef="#br0">29165 7243 8182,'-17'1'402,"1"3"1,1-1-8,7 6 0,3-7 0,10 2-385,3-2 0,8-2 1,5 0-1,2 0 1,2 0-1,1 0 1,2 0-11,1 0 0,27 16 0,4 5 0</inkml:trace>
  <inkml:trace contextRef="#ctx0" brushRef="#br0">29103 7714 8126,'-19'13'0,"4"-1"696,5 0 1,6-5-1,9-3 24,8-2 1,5-2-1,8-2 1,3 0 399,4-2-1105,8-6 1,-1 9 0,6-4 0,2 4-16,4 1 0,-6 2 0,3 2 0,6-1 0,1 0 0</inkml:trace>
  <inkml:trace contextRef="#ctx0" brushRef="#br0">30282 6846 8126,'-13'-11'402,"1"3"934,-1 4 1,1 2-1109,-1 2 0,7 7 0,1 4 0,4 6 0,1 2 0,0 4 0,0 4 1,0 3-1,0 2-1069,0 2-531,6 7 0,-5 1 1372,3 7 0,-19 7 0,-7 7 0,6-15 0,0 0 0,0 1 0</inkml:trace>
  <inkml:trace contextRef="#ctx0" brushRef="#br0">29847 7528 8126,'-12'0'331,"5"-1"1443,3-3-1306,14-3 1,10-6 0,17 1 0,9-2 0,6-1-1,6-1 1,3 0 1278,1 3-1963,0 0 0,5 1 0,2 1 0,-33 6 0,-1 0 0,32-2 0,-3 2 0,-9 2-3013,-7 2 3229,-5 1 0,-34 11 0,-6 2 0</inkml:trace>
  <inkml:trace contextRef="#ctx0" brushRef="#br0">30108 7776 7964,'-11'13'0,"1"-1"-93,2 0 1,4 2 0,-3 3 0,1 3 1707,4 4-1606,0 1 0,2 0 0,0-1 0,0 1 1,0 0-1,0-2 0,0-1-405,0-1 1,0-6 481,0 2 0,2-10 0,0-9 0,4-9 162,1-8 0,1-6 0,4-2-163,1-2 1,-1-6 0,1 4 0,-1-3 0,0 3-21,1 0 0,-1 4 0,1 6-55,-1 5 0,0-1 0,1 5 0,-1 5 0,1 5 43,-1 7 0,-5 7-47,-3 9 0,2 6 0,-2 4 0,-1-1 0,-2 0 0,0-2-497,3-2 1,-2-1-12,2 0 1,-3-6 501,-1-3 0,0-18 0,0-7 0</inkml:trace>
  <inkml:trace contextRef="#ctx0" brushRef="#br0">30592 7528 8068,'-13'0'-57,"5"-1"1,0-2 18,-2-1 519,-1 0 1,4 5 0,3 5 0,3 5 0,1 5 0,0 4-52,0 2-586,0 1 0,0 2 0,0 0 0,0-1 0,1 0 0,2-3 156,1-5 0,39-24 0,5-7 0</inkml:trace>
  <inkml:trace contextRef="#ctx0" brushRef="#br0">30753 7541 8035,'-12'8'172,"-1"0"1,2-4 0,1 5 460,2 0-840,5-3 0,-2 5 0,6-3 0,3 3 0,3 1-350,0 1 598,4-1 1,-8 1 0,5-2-1,1-2 1,-1-2 0,0-1 778,2-4-645,1 0 1,-3-2 0,0 0 0,2-2 0,0-2 0,-1-5 0,-1-5 886,2-3-1052,-4 1 1,3-2 0,-3-1 0,-1-1-1,1 2 1,-3 2 0,-2-1 369,-1 2-319,-6 1 0,0 3 0,-7 3 0,-1 4 0,-2 4 0,-5 4-61,-2 4 0,-10 28 0,-3 11 0,-4 4 0,0 0 0</inkml:trace>
  <inkml:trace contextRef="#ctx0" brushRef="#br0">26932 9240 8359,'-19'-6'348,"2"-2"0,3 1 1,2 0-1,0 2 1,1 3-1,1 5 1,2 5 1695,-2 3-1908,5 7 0,-5 2 0,4 6 0,1 3 0,-2 4 0,0 4 0,-3 4 91,-1 5 1,-1 8 0,-2 3-319,-2 4 0,8-26 0,0 0 0,-1 1 1,-1-1-1,-8 32 0,3-4-908,1-5 0,3-4-215,3-8 1,3-11 1213,5-10 0,12-53 0,9-35 0,1-3 0,-5 14 0,0 0 0,0 0 0,1 0 0</inkml:trace>
  <inkml:trace contextRef="#ctx0" brushRef="#br0">26944 9153 8301,'-12'7'135,"5"4"0,3-3 0,3 5 1986,1 3-1838,0 3 1,0 8-1,0 0 1,1 3 0,3 3-1,3 5 1,1 2 678,1 0-1089,-1 4 0,4-4 0,-1 5 1,-1 1-1,-3-1 0,-2-1 1,-1 0-1055,2 0 987,-5-4 1,5 3 0,-6-7 0,0-4 0,0-6 0,0-6 193,0-2 0,-28-34 0,-6-13 0</inkml:trace>
  <inkml:trace contextRef="#ctx0" brushRef="#br0">26796 9736 8214,'-36'1'75,"4"3"384,7 5 0,11 2 0,12 1 0,6-1 710,8-3 0,6-1 0,8-4 0,3 1-856,4-1 0,3-7 0,1-5 0,-1-2-835,-3-1 0,2 0 0,-6 1 1,0 1 521,1 2 0,-9 16 0,2 0 0</inkml:trace>
  <inkml:trace contextRef="#ctx0" brushRef="#br0">27391 9575 8483,'-18'8'476,"6"0"1,5-4-1,7 5 442,0 0-989,0-3 1,5 5-1,4-4 71,2 0 0,18 4 0,4-5 0</inkml:trace>
  <inkml:trace contextRef="#ctx0" brushRef="#br0">27391 9984 8381,'-7'5'367,"-1"1"928,8 2-1295,8-2 0,13-29 0,5-15 0,4 0 0,-1 0 0</inkml:trace>
  <inkml:trace contextRef="#ctx0" brushRef="#br0">28036 9686 8315,'-16'0'612,"-1"0"0,1 0 0,3 0 0,3 0 628,6 0 1,14-4 0,12 0-915,0 1-420,-5-4 1,6 6 0,-2-5 0,2 2 0,2 0 0,0 0 0,0 0-1074,-1 0-208,1 0 1,3 2 1374,-3-2 0,19-8 0,-4-8 0</inkml:trace>
  <inkml:trace contextRef="#ctx0" brushRef="#br0">28272 9376 8246,'-24'4'249,"4"0"1,-2 6-1,5-2 1,2 3 1791,1 2-1845,7 5 0,-2-3 1,5 6-1,1 2 0,1 5 1,2 6-1,0 6 326,0 5-625,0 9 0,0 3 0,0 5 0,2-2 0,2-2 0,4-7 1,5-7-510,3-7 67,3-13 1,12-2 0,2-14 544,3-4 0,10-30 0,6-12 0,4-4 0,1 1 0</inkml:trace>
  <inkml:trace contextRef="#ctx0" brushRef="#br0">28619 9389 8229,'-16'5'0,"0"5"423,5 5 0,-1 0 1,5 6-1,0 2 281,3 5 1,3 5 0,1 7-1,0 2-181,0 3-654,0 6 1,0 4 0,0 3 0,0-6 0,0-5 0,0-7 0,0-6-923,0-5 938,0-8 0,1-9 0,3-10 0,3-8 0,1-9-389,1-7 577,-1 0 1,0-10 0,1 3 0,0-3 0,1-1-1,-1 2 1,0 0 742,0 4-681,-3 1 0,5 2 0,-4 4 0,1 3 0,0 6 375,2 7-512,-4 11 1,-1 18-1,-5 8 1,0 2-1,1 3 1,2-3-1,3-1-664,1-6 1,-3-1 0,4-4 665,2-2 0,12-14 0,4-9 0</inkml:trace>
  <inkml:trace contextRef="#ctx0" brushRef="#br0">28967 9897 8196,'-13'7'396,"6"0"1,4-4-42,6 1 0,4 0 1,7-4-1,1-2-305,2-2 0,3 2 1,-2-5-1,0 0-170,0 0 0,3 0 1,-3-3-1,0 2-28,-1-2 0,0-5 0,-5-1 0,1-1-273,-1-1 344,-5 5 0,-1-9 0,-6 5 0,0 2 0,0 1 0,-2 2 1,-3-1-134,-8 1 342,1 5 1,-7-3 0,3 6 0,0 1 0,1 3 0,0 5 0,-1 4 1148,0 6-1199,5-1 0,0 10 1,4-2-1,0 4 0,3 3 1,3-2-1,1-1-76,0-1 1,1 0 0,3-2 0,4-2-88,3-4 1,2-4 0,-1-1 0,1-4-1249,-1-4 0,2-3 1329,2-1 0,4-27 0,4-8 0</inkml:trace>
  <inkml:trace contextRef="#ctx0" brushRef="#br0">29264 9761 8196,'-7'5'44,"-2"-2"0,3 4 1,1 0 288,-1 0 0,-2 1 0,2 3 0,1-1-177,-1-2 0,2 0 0,4 4 1,0 1-239,0-1 1,0-3 0,0-1-112,0 1 0,2-3 316,2-2 0,1-4 1,4-4 0,-4-3 0,-4-5 0,2-1 64,1 1 0,0-2 0,-4-1 1,2-2-44,2 2 0,-3 1 0,3 1 1,-1-2-154,1-2 1,-1 0 0,4 5 0,0 1-66,0 3 1,-3-3 0,4 2-220,2-2 0,1 0 0,1 3 0,1 4-563,-1 3 1,1 1 854,-1 0 0,6 16 0,1 5 0</inkml:trace>
  <inkml:trace contextRef="#ctx0" brushRef="#br0">29450 9860 8196,'-19'8'368,"3"-1"472,2-1-595,7-2 1,3-4-1,8 0 1,5 0-1,5-2 1,4 0-1,3-4-9,5-1 1,-1-5 0,4-5 0,-3 1-573,-1-2 1,-5 3 0,0-5-1,-2 1 68,-3 0 0,1-1 0,-3-2 0,-6 3 160,-5 1 1,-2 2-1,-1 3 1,-3 1 312,-4-1 0,-7 7 1,-3 1-1,-2 5 465,-2 5-414,-7 1 0,4 12 0,-1 3 1,6 4-1,2 4 0,3 5 1,1 5 295,1 2 0,6 5 1,5-6-1,6-3-559,8-3 1,8-6-1,7-1 1,3-6-845,2-9 0,1-5 851,4-7 0,17-33 0,-25 13 0,0-1 0</inkml:trace>
  <inkml:trace contextRef="#ctx0" brushRef="#br0">30306 9785 8327,'-12'-5'359,"0"-3"0,0-3 0,3-2 2057,1 1 1,5 2-731,-1 6-1642,2 11 1,2 12 0,2 6 0,0 0 0,4 0 0,1-1-1,2 1-2084,3 0 2040,0 0 0,17 0 0,4-1 0</inkml:trace>
  <inkml:trace contextRef="#ctx0" brushRef="#br0">30530 9475 8330,'-24'10'0,"4"2"-167,3 2 1,9 1 0,4 1 0,2 1-150,2 3 0,6-4 0,3 4 0,7-3 316,4-1 0,4-3 0,-5 0 0,-3-1 0,-3 1 0,-5-1 0,-4 0 0,-2 1 0,-2-1 439,-6 1 0,-2-1 0,-7 0 1,-2 1-1,2-1 0,3 1 2265,3-1-2585,4 0 0,5-3 0,3-2 0,3-2 1,7-1-1,2 2 0,2 1-76,-1 0-107,6 4 0,-8-5 0,2 7 0,-3-1 1,-3 2-1,-4 1 0,0 2 610,-3-2-425,-2 4 0,-6-5 0,-4 3 0,-2-4 0,-3 0 0,-1-2 0,-1-3-476,1-4 332,1 3 23,1-6 0,18-12 0,3-9 0</inkml:trace>
  <inkml:trace contextRef="#ctx0" brushRef="#br0">31522 9835 8272,'-5'-12'289,"-1"-1"0,-4 2 0,3 2 410,2 0 1,1 1 0,2-4-599,-2-1 0,3 1 0,-3-1 0,1 1 0,0 0 0,-2 1 0,-2 2 0,-3 5-32,-1 3 0,-3 2 0,-1 5 0,-1 6-38,1 7 1,-3 10 0,2 4 0,4 2 776,2-2-684,8 3 1,-8-6 0,6 3 0,3-5-1,3-6 1,8-6 0,6-3-570,9-5 306,6-3 0,3-6 1,1-3-1,0-4 0,0-3 1,-1-3-1,-2-1-1545,-3-2 1317,-8 6 0,-5 0 0,-8 6 0,-5 3 367,-6 11 0,-26 24 0,-11 12 0</inkml:trace>
  <inkml:trace contextRef="#ctx0" brushRef="#br0">31993 9785 8265,'-19'0'0,"3"0"410,2 0 0,1 0 0,1 0 0,0 0 362,-1 0 0,5 0 0,1 2-676,2 2 1,-1 3 0,3 7 0,-1 1 0,1 3 0,1 1 0,-1 3 0,-1 1 0,0 2-176,-2 0 1,5 0 1,-5-6-1,6-2 1,0-4-1,2-1 1,2-4-1210,4-4 1080,3-14 1,1-1-1,2-12 1,1-3-1,3-2 1,2-1-1,0 0-902,0 2 1132,3-5 1,-5 10 0,4-2-1,-3 4 1,-1 3 0,-3 3 0,-1 8 489,-1 3-391,-1 3 0,-5 12 0,-2 9 1,-1 9-1,1 6 0,-3 1 1,0-1-123,-2-3 0,-14 3 0,-5 3 0,-2 1 0,0 0 0</inkml:trace>
  <inkml:trace contextRef="#ctx0" brushRef="#br0">28272 10703 8111,'-4'8'-191,"0"1"1,-1-5-1,5 4 1187,0 2 1,6-3 0,2 0-690,3-2 0,7 3 0,3-3 1,2-3-1,2 0 0,0-2 1,1-2-1,2-2 0,2-4 490,2-3-944,-5-2 1,4-4-1,-7-3 1,0 0 0,-4 0-1,-3 1 1,-3 1-2020,-2 0 1634,-5 2 0,-1 3 1,-8 1-1,-2-1 1,-4 1-1,-5 1 1,-3 1-760,-5 2 1300,-2 5 1,-2-2 0,0 5 0,0 1 0,1 3 0,0 5 0,2 2 630,1 1-366,6 6 1,-3 1 0,7 6 0,3 1-1,2 3 1,2 4 0,0 3 149,1 1 1,2 0 0,2-1 0,4-1-396,3-2 0,3-6 0,1 1 0,2-6-189,3-5 1,2-9 0,6-3 0,0-1-304,-1 1 0,-3-7 1,0-6 462,1-3 0,7-24 0,2-5 0</inkml:trace>
  <inkml:trace contextRef="#ctx0" brushRef="#br0">28756 10790 8278,'-6'-8'178,"-2"0"0,1 5 0,0 0 152,2 6 1,-4 5-1,5 7 1,1 3-330,2 1 1,1 2-1,1 4 1,2 0-270,1-1 0,5 0 1,-4-2-1,2-3-3,3-1 0,1-5 1,1-7-1,0 0 84,1-3 1,-1-7 0,1-6 0,-1-7 250,0-7 1,5-3 0,0-6 0,-4 0 119,-3 2 0,1 2 0,-4 8 0,0 4 459,-3 4 0,-3 4-418,-1 9 0,-1 5 0,-2 15 1,-2 2-205,-2 2 0,4-1 1,-1-1-1,3-3-61,1-1 0,0-5 1,1-6-96,3-2 1,4-3 0,7-9 0,3-7 189,2-4 0,0-7 1,5-4-1,-1 2 294,-4 0 0,2 4 1,-5 2 706,-2 5-850,-1 8 1,-7 12 0,-3 8 0,-3 2 131,-1 0 1,-4-2 0,0 0-103,1 1 1,3-6-237,4-3 0,25-36 0,11-9 0</inkml:trace>
  <inkml:trace contextRef="#ctx0" brushRef="#br0">29277 10778 8278,'-6'12'256,"-2"0"0,1-3 0,-1-1 1,-1 2 296,3 1 0,-4 1 0,4 2 0,1 2-357,-1 5 0,2 2 0,4 2 0,0 0-209,0 0 1,0 4 0,0 0 0,0-2-630,0 0 1,4-4 0,1-1-1,-1-3-530,1-1 0,-3-5 1172,2-5 0,3-27 0,-1-3 0</inkml:trace>
  <inkml:trace contextRef="#ctx0" brushRef="#br0">29252 10852 8278,'-11'-25'0,"1"0"387,2 1 1,5-1-1,-1 1 1,3 4 362,1 3 0,5 3 1,3 3-1,5 2 687,3 0-1445,4 7 1,0-4-1,0 6 1,-1 0 0,-1 0-1,0 0 1,-3 2-216,-1 2 31,-7 3 0,-2 9 0,-5 2 0,-1 1 0,-5 3 0,-5 0 0,-4 1-293,0-3 1,-3-1 0,0 4 0,0-4-76,0-1 1,2-2-1,3-5-1141,1-2 1701,5-4 0,13-34 0,10-19 0,1 0 0,0-1 0</inkml:trace>
  <inkml:trace contextRef="#ctx0" brushRef="#br0">29587 10616 8875,'-6'9'810,"-2"-1"0,1-5 1,0 2-225,2 1 1,2-5-935,7 3 0,7-2 348,6-2 0,43-28 0,-26 11 0,0 0 0</inkml:trace>
  <inkml:trace contextRef="#ctx0" brushRef="#br0">29748 10393 8278,'-16'2'0,"-1"2"223,2 4 1,-3 7 0,3 3-1,2 1 289,4 3 1,6 3 0,-1 3-1,2 2-492,2 2 1,0 1 0,0 4 0,0 0-153,0 0 1,2 1-1,1-1 1,1-1-50,-2-3 0,4-3 0,-1-7 0,2-3-1276,3-8 1268,1-5 1,3-7 0,1-3-1,3-5 1,1-8 0,3-8-1,2-3 189,1-2 0,-1-6 0,0 8 0,-4-5 0,-2 2 0,-1 2 0,-2 3 0,-4 5 8,-5 3 1,-1 3 473,-1 2 0,-5 5 0,-7 3 0,-3 4 141,-2 4 0,5 3 1,1 5-1,1 1-620,4-1 0,0 0 1,2 1-407,0-1 0,0-4 1,2-1-133,2-1 0,3-2 0,5-5 244,1-3 1,-2 1-1,-2-6 1,-2 0 339,-1-2 1,2 3-1,-3 1 413,2 1 1,-3 2-171,5 4 0,-7 6 0,4 3 0,-2 6-53,0 6 1,0 0 0,-4 2 0,0 5-114,0 2 1,0 2 0,0 2 0,0-2 69,0-2 1,-5-1 0,-5-3 0,-4 0 62,-2-1 1,-6 1 0,1-9 0,-2-2-134,-2-1 1,2-3-1,2-3 1,4-4-253,4-2 0,6-4 0,2-2 126,4-4 0,40-31 0,9-8 0</inkml:trace>
  <inkml:trace contextRef="#ctx0" brushRef="#br0">30803 10579 8222,'-17'8'0,"0"-1"1154,2-1 1,2 2 1433,0-4-2218,6 6 1,2-3 0,6 7 0,2 1 0,2 3-250,2 1 1,-4 7 0,3 7-364,-1 3 1,-4 5-1,4 2 1,-4 1 0,-1 0-567,0-4 0,0 0 0,0-11-508,0-1 0,0-8 1316,0-3 0,5-42 0,2-11 0</inkml:trace>
  <inkml:trace contextRef="#ctx0" brushRef="#br0">30778 10567 7984,'0'-13'119,"0"1"1190,0 0 286,0 5 0,0 0-1092,0 3 0,5 1 0,5-4-618,5 2 0,0 0 0,6 5 1,1 0-1,1 0-186,2 0 0,-4 0 1,-2 2 75,-1 2 0,-1 4 0,-6 7 0,-3 3 0,-4 2-301,-3 2 1,-6 5 498,-3 2 0,-5 0 1,-3-4-1,-5 0 1,-2-1-1,-2 1 527,0 0-222,0-6 0,6-1 1,2-5-1,4-2 1,2-4 840,2-7-1023,9 0 0,9-11 1,7 2-1,5 0 1,2-1-1,2 3 1,0 2-336,0 2 114,-1 1 1,-3 2 0,-2 2 0,-2 3 0,-6 6 0,-6 6 0,-3 2-168,-2 3 334,0 2 0,-11 5 1,-4 0-1,-5-2 1,0-2-1,-1-3 1,0-3 503,1-1-714,4-1 0,-1-9 1,4-1-1684,1-2 825,5-6 1,1-2 0,8-5 1025,2-2 0,14-6 0,8-4 0</inkml:trace>
  <inkml:trace contextRef="#ctx0" brushRef="#br0">31175 10889 8400,'-11'9'519,"2"-1"0,-2 0 1,4 4-1,-1 1 104,0-1 1,5 2-1,-2 1 1,1 2-292,-1-2 0,1 3 0,6-2-1028,2 0 1,3-4 695,5-4 0,23-24 0,5-12 0</inkml:trace>
  <inkml:trace contextRef="#ctx0" brushRef="#br0">31286 10629 8135,'-12'5'90,"0"2"1,-1 1 322,1 1 0,-1-1 0,2 4 0,3 2-292,4 3 0,3-3 1,2 2-122,3-2 0,30 31 0,-10-18 0,-1 0 0</inkml:trace>
  <inkml:trace contextRef="#ctx0" brushRef="#br0">31286 11001 8135,'-15'19'0,"1"-2"647,3-4-315,2 0 0,2-12 0,3-5 1,4-7-94,4-5-173,3-4 1,1 0 0,0 0 0,2 1 0,1 1 0,1 0 0,-1 3-59,-2 1-120,2 2 0,-4 5 0,5 3 1,-1 4-1,-1 5-196,-2 8 186,-5-1 1,4 12-1,-5-4 1,2 2 0,-1 0-1,0-1 1,0 0-1157,1-2 1278,0-1 0,-4 0 0,0 1 0</inkml:trace>
  <inkml:trace contextRef="#ctx0" brushRef="#br0">26547 11770 8716,'-19'11'0,"4"-2"305,5 0 1,-1-1 0,4 6 0,1 2 0,1 5 0,4 4 0,1 4 0,0 4 46,0 3-383,6 6 0,-5-2 1,4 6-1,0-1 1,-1 1-1,-2-1 1,0 2-561,-2 1 1,0-5 0,0-4 590,0-5 0,-6-12 0,-1 2 0</inkml:trace>
  <inkml:trace contextRef="#ctx0" brushRef="#br0">26485 11720 8390,'-6'13'229,"-4"-5"0,7-1 2193,5-2-2156,9-1 0,4-4 0,4 0 0,0 0 1,1 0-1,2-1 0,0-2 494,-2-1-863,4 0 1,-10 10 0,1 3 0,-6 6 0,-4 6 0,-4 5-1,-1 6-786,0 5 712,-11 9 0,1-6 0,-10 4 0,-1-2 0,2-2 1,1-2-1,3-7-1086,2-6 1189,-2-6 74,14-6 0,12-39 0,9-10 0</inkml:trace>
  <inkml:trace contextRef="#ctx0" brushRef="#br0">26820 12266 8390,'-19'12'0,"3"1"0,3-1 1048,5 1 0,-2-5-898,6 0 1,0-4-1,4 4-554,0 2 0,0 1 1,-1 2 289,-4-1 1,-1-5 236,-7-3 40,6-3 0,2-8 0,5-4 0,0-5 0,1-3 1,3-3-1,6-2 307,5-1-563,4 6 1,2-3 0,0 5-1,1 4 1,1 3 0,1 5 0,-2 0-1295,-2 1 754,1 0 633,-2 4 0,5 28 0,-5 6 0</inkml:trace>
  <inkml:trace contextRef="#ctx0" brushRef="#br0">27205 11857 8374,'-14'-4'132,"0"-2"0,1 0 1386,2 1-1324,1 1 1,3 5-1,3 3 1,3 6 0,1 5-1,0 7 31,0 6-258,0 3 1,-2 8 0,-1 2-1,-2 8 1,-1 4 0,-1 5-1,2-1 25,-1-1-168,2-10 1,4 6-1,2-13 1,2-8-1,4-10 1,5-10-1,4-8 176,8-6 0,13-40 0,4-20 0,-9 17 0,0 1 0,0 0 0</inkml:trace>
  <inkml:trace contextRef="#ctx0" brushRef="#br0">27528 11819 8374,'-14'13'104,"-1"-1"1,-2 1 352,2-1 0,2 5 0,5 0 0,3 3 409,-1 2 0,5 1 0,-3 3 1,2 2-1037,2 1 0,0 1 1,0-2-1,0 2-214,0 2 0,0 1 0,0 3 1,0-3-223,0-4 1,0-4-1,0-5 606,0-3 0,9-44 0,4-21 0,1-1 0,0 1 0</inkml:trace>
  <inkml:trace contextRef="#ctx0" brushRef="#br0">27627 11671 8265,'-13'6'281,"1"6"0,0-3 1,1 5 481,2 2 0,4 8 1,5 1-1,0 6-412,0 5 0,4 7 0,1 2 0,4 4-491,4 0 1,0-5 0,3-1-1,-2-3-233,-1-3 1,-1 2 0,0-10 0,1-2-1049,-1 0 1,-1-4 1420,-3-2 0,-19-31 0,-9-12 0</inkml:trace>
  <inkml:trace contextRef="#ctx0" brushRef="#br0">27528 12167 8265,'-17'-2'586,"0"-2"0,1 3 252,3-3 0,7 4 1,3 2-529,6 3 1,8-1 0,7-4-1,1 0-432,3 0 1,1 0 121,2 0 0,28-17 0,6-4 0</inkml:trace>
  <inkml:trace contextRef="#ctx0" brushRef="#br0">27999 11683 8265,'-12'1'894,"-1"4"0,2-3 231,3 7 0,8-1 1,8 6-1,3 1-843,2 1 1,-1 12 0,0 1-1,1 8-297,-1 8 0,-4 6 0,-1 13 0,-1 1-157,-3 1 0,-3-1 0,-3-6 0,-3-1-1957,-1 1 2129,-1 2 0,-9-25 0,-6 1 0,0 0 0,-1 1 0</inkml:trace>
  <inkml:trace contextRef="#ctx0" brushRef="#br0">28321 12067 8327,'-12'0'50,"0"0"0,-1 0 1,1 0 871,-1 0 1,8 0-278,5 0-455,5 0 1,4 0 0,-1 2 0,2 1 0,1 1 708,1-1-943,0-2 1,1-1-1,-1 0 1,1 0-1,-1 0 1,0 0-536,1 0 0,-1-4 249,1 0 0,-1-1 0,2 5 0,1 0 1,2 0-1,-2 0 330,-1 0 0,-2 28 0,0 6 0</inkml:trace>
  <inkml:trace contextRef="#ctx0" brushRef="#br0">28756 11770 8212,'-16'1'0,"3"2"613,2 1 0,1 0 1,-2-4 142,-1 0 1,5 0-1,1 2-565,2 2 1,-5-3 0,2 3 0,-2-1 0,-1 0 0,0 2-1,-3 2 1,-1 3 346,-3 1-487,-1 1 0,-7 1 0,-2 0 0,-2 3 0,-2 0 0,-2-1 0,-1-1 128,2-2 30,8 6 1,4-8 0,8 2 0,3-1 0,3 0-1,7 0 855,7-2-925,1-4 0,14-1 0,-4 2 0,2-1 0,2 2 0,0-1 0,0 1 876,-2 0-950,1-5 0,0 8 1,-2-4-1,0 0 1,1 3-1,2-1 1,1 0-949,2 2 421,0-5 1,1 6 0,4-2 461,8 2 0,9-2 0,9 0 0,7 0 0,-1 1 0</inkml:trace>
  <inkml:trace contextRef="#ctx0" brushRef="#br0">29177 11733 8212,'-19'4'414,"3"0"1,2 4 0,3-2-1,3 1 1,5 1 537,6-1 0,5-2 1,8-5-1,5-1-335,2-3-931,8-3 0,-4-1 0,6-1 0,2 0 0,1-2 1,0-2-1,-2 2-1239,-1 3 0,-7-2 1553,-1 6 0,-77 17 0,13-3 0,1 0 0</inkml:trace>
  <inkml:trace contextRef="#ctx0" brushRef="#br0">29215 11819 8212,'-21'13'395,"2"-1"0,1 1 292,3-1 0,5-4 0,3 1 1,2 0-33,2 2 1,1-2 0,4-1-1,2 1-179,4 2 1,7-4 0,3-1 0,0-2-407,0 0 0,3 4 0,-3-2 1,0 1 18,0 2 0,-2 2 0,-4 3 1,1 1-21,-1 2 1,-5 5 0,-3-1 0,-5 2-1065,-7 2 1,-2 5 0,-11 2 0,-1 0 447,-1-3 0,-2-3 1,0-1-1,-1-2 871,-3-2 1,3-3 0,-3-7 0,3-3 968,1-4 0,6-3 0,4-2-490,5-3 0,10-3 0,10-5 0,5-1-385,5 1 1,4 1-1,2 1 1,3 3-630,4 2 1,4-1 0,5 3 0,4-1-3298,7 2 3508,3 0 0,-3 4 0,6 2 0,3-1 0,0 1 0</inkml:trace>
  <inkml:trace contextRef="#ctx0" brushRef="#br0">29947 11757 8237,'-20'0'162,"-2"2"0,6 1 0,1 1 0,1 0 0,3 1 0,1 5 997,2 5 0,5 0 1,0 7-1,5 5-297,2 4-875,5 5 1,-7 1 0,3 2 0,-1 1 0,1 1 0,-1-2-1,0-3-397,0-3 0,0-7 0,-2-1-1400,2-7 0,-2-10 1810,7-4 0,-4-31 0,-2-16 0,3-2 0,0 0 0</inkml:trace>
  <inkml:trace contextRef="#ctx0" brushRef="#br0">29959 11807 8227,'-7'-19'0,"-4"1"0,4 5 0,-1 2 1370,0 3 1,6 3 969,2 5-2052,6 0 0,6 0 0,1 0 0,0 0 0,3 0 0,1 0 0,1 0-288,0 0 0,-1 1 0,-5 2 1,-1 2-41,-2 2 0,0 6 0,-5 4 0,-2 4-143,-5 5 0,-5 1 0,-8 4 0,-1 1-140,-3 0 1,0-5-1,-5 2 1,1-3-156,4-1 0,-4-6 1,6-2-1,2-5-896,3-3 1374,9-4 0,32-27 0,13-6 0</inkml:trace>
  <inkml:trace contextRef="#ctx0" brushRef="#br0">30182 12117 8489,'-16'24'0,"-1"-4"358,2-3 0,1 1 0,2-2 1,-1-1 302,1-1 0,4-3 1,1-1-796,1-2-151,2-5 1,6-3 0,0-10 0,4-4 225,1-2 0,0-6 0,2 1 1,0-2 168,0-2 1,-2 4 0,1 1 0,1-1 26,-2 2 1,4 2 0,-5 7 0,3 4-197,-1 0 1,0 2 0,5 5 0,-1 3 58,0 5 0,3 21 0,-1 11 0,3 3 0,0 1 0</inkml:trace>
  <inkml:trace contextRef="#ctx0" brushRef="#br0">30616 11795 8453,'-31'4'485,"2"0"0,8 0 0,3-4 0,2 0 2773,-1 0-2907,1 0 1,7 1 0,2 4 0,2 4 0,1 6-29,-2 6-478,5 2 1,-10 9 0,3 7-1,-3 8 1,-2 5 0,2 2-1,1-2-486,2-2 484,5 2 1,-2-11-1,6 1 1,5-11-1,6-7 1,8-9-1,4-5-1917,5-6 1724,-3-8 1,10-6 349,-3-11 0,-6-9 0,2-11 0,1-2 0,3-6 0,0 0 0,0-1 0</inkml:trace>
  <inkml:trace contextRef="#ctx0" brushRef="#br0">30865 11745 8131,'-20'6'173,"-2"-1"0,6 5 1,1-2 785,1 2 1,5 5 0,3 3-1,0 1-501,3 3 1,2 3-1,1 4 1,0 4-707,0 3 0,-4 1 0,-2 0 0,1 0-132,-1 0 1,-2-5-1,2-3 1,1-4-1014,-1-4 1,1-5 1392,1-8 0,13-36 0,8-21 0,-3-2 0,1-1 0</inkml:trace>
  <inkml:trace contextRef="#ctx0" brushRef="#br0">30840 11770 8131,'0'-19'0,"0"2"0,0 3 1277,0 2 1,0 6-454,0 6 0,0 7 0,0 10 1,0 5-258,0 5 0,1 5 0,3 5 1,3 0-975,0 1 0,4 0 0,-3 1 0,2-1-383,-2-2 0,2-3 1,-5 0-1,1-4 790,-1-2 0,-22-19 0,-11-4 0</inkml:trace>
  <inkml:trace contextRef="#ctx0" brushRef="#br0">30815 12105 8131,'-12'-9'358,"-1"1"0,2 4 1,1-3-1,4 0 540,0 0 0,3 3 1,7-3-554,5 2 1,2-3-1,3 3 1,2 1-849,5-1 1,4 2 502,3-5 0,8 6 0,4 1 0,6-2 0,1 0 0</inkml:trace>
  <inkml:trace contextRef="#ctx0" brushRef="#br0">31113 12043 8131,'-13'1'787,"1"3"1,5-1 0,3 5-275,2 2 0,4-3 0,2 0 0,4 0-643,3-1 1,2 3 0,-2 4 0,-3 3-448,-4 0 1,-3 6 0,-1-2 0,0 0 447,0 1 0,-4-2 0,-1 2 0,-1-5 266,1-2 0,1-4-264,4-6 127,5-5 0,11-35 0,3-18 0,4 0 0,1-1 0</inkml:trace>
  <inkml:trace contextRef="#ctx0" brushRef="#br0">31237 11733 8063,'-24'12'89,"4"0"1,3 1 748,3-1 0,7 1 2162,3-1-3029,8-5 1,9-2-1,6-5 29,0 0 0,27-27 0,1-8 0</inkml:trace>
  <inkml:trace contextRef="#ctx0" brushRef="#br0">31398 11646 8112,'-12'0'714,"-1"0"1,1 1 2757,-1 3-2733,6-2 1,7 3-1,9-5-172,2 0 0,0 2 0,-2 2 1,0 4 611,0 3-1065,-3 1 1,1 6 0,-4 3 0,2 2 0,1 4 0,-1 2 0,-1 5 180,2 6-334,-5 4 1,5 6 0,-6-1-1,0 0 1,0-3 0,0 0-1,-2 2-496,-2 4 330,-3-6 0,-5 6 0,-1-10 0,1-2 1,0-2-1,-1-2 0,2-3 205,3-4 0,-3-19 0,4-6 0</inkml:trace>
  <inkml:trace contextRef="#ctx0" brushRef="#br0">29289 13717 8110,'-19'1'1671,"2"2"1424,3 1-2832,13 0 1,4-4 0,13 0-1,4 0 1,0 0 0,1-1 0,1-2 106,2-1 0,-4-1-541,1 0 1,-2 4 0,2-3 0,-5 3 0,-2 1 0,-1 1-3484,-1 3 3654,0-3 0,-43 49 0,-12 5 0</inkml:trace>
  <inkml:trace contextRef="#ctx0" brushRef="#br0">29277 13977 8127,'-20'20'1813,"5"-4"683,11-7-2255,11-4 1,14-10-1,8-4 1,4-2-1,3-3 1,1-1 0,0-3-1217,0-1 975,0 4 0,12-8 0,2 3 0</inkml:trace>
  <inkml:trace contextRef="#ctx0" brushRef="#br0">30157 13097 8080,'-19'0'600,"3"0"1,2 0-1,1 0 1216,1 0 0,5 5 1,3 4-681,3 2-1128,1 1 1,1 6-1,2 3 1,2 3-1,1 5 1,-1 4-1,-2 3-729,-2 2 0,-1 3-282,0 0 1,-1 6-1,-2-1 1,-2-1 1002,-2-4 0,-18 12 0,-8-8 0</inkml:trace>
  <inkml:trace contextRef="#ctx0" brushRef="#br0">29897 13618 8374,'-17'0'0,"1"-2"1259,1-2 0,1 3-367,2-3 0,6 2 1,6 2 1259,7 0-1858,9 0 0,8 0 1,6 0-1,2 0 1,2-1-1,4-3 1,2-3 429,1 0-1004,0-4 1,-4 6 0,1-5 0,-2 2 0,-1-2-1,0 0 1,1 1-1432,-2 0 1711,1 7 0,2 2 0,0 7 0</inkml:trace>
  <inkml:trace contextRef="#ctx0" brushRef="#br0">29909 14015 8093,'-8'0'0,"0"0"679,-2 0 0,5 5-358,1 3 1,2 8 0,2 2 0,0 1 0,0 3 0,0 1 0,0 3 0,0 2 0,0 1-749,0-1 394,0-8 1,0 2-1,2-5 1,0-2-1,4-3-496,1-3 418,-5-9 0,8-9 0,-4-9 1,0-5-1,4-6 0,1-4 1,2-6-239,-1-5 391,0 2 1,1-1 0,1 6 0,1-1 0,1 3 0,-1 2 0,-1 6 166,-1 9-73,-1 7 1,0 13 0,-1 3-1,-2 9 1,-4 11 0,-1 9 0,1 8 634,-3 2-887,0 1 1,-2-1-1,0-2 1,0-4 0,0-2-1,0-3 1,0-5-1336,0-6 0,1-6 1451,3-7 0,9-48 0,6-16 0</inkml:trace>
  <inkml:trace contextRef="#ctx0" brushRef="#br0">30406 13754 8093,'-13'0'355,"1"0"1,-1 0 0,1 0 389,0 0 1,-1 0-435,1 0 1,3-1-1,1-2 1,0 0-354,1 5 1,2 3-1,5 9 52,0 3 1,-2 2 0,-1 6 0,-1-1 0,1 1-79,2 0 1,2-6-1,2-2 88,1-3 0,6-7 0,-2-3 0,3-3 0,2-1 102,-1 0 1,1-10-1,-1-3-144,0-5 0,1 3 0,-1-2 0,-1 3 0,-1 2 211,-2-1-144,0 7 1,1 0 0,-2 9 0,-2 5-1,-2 9 14,-2 5 52,-6 2 0,-1 3 0,-3 2 1,2 2-1,0 1 0,1-3 1,1-3-2711,2-1 2599,2-11 0,17-25 0,5-17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87EB85A-D139-4BFA-A103-38E5540DBACB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endParaRPr lang="en-US" alt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3F81B6B-C6A4-4410-892D-4E6BB3B6EA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70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400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8D07-0A3F-4B8B-8555-32B43623BB6E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EDC3EC4E-4E44-453A-BB2C-112EA10C886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85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0353-DBFA-4078-95D5-E94A5ACE2AF7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02038B22-43BB-41FC-9352-B54ACC5EC8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51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472B-B9C0-4095-95E2-755A9A3F3B7B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DFBB0D1D-CF3C-450A-BDFF-1E1D1E23B5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76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C71F-4315-4BF1-A946-8651F34ED416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56184787-FB20-4A0D-8763-381B3B924C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565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AC57-990A-4DFF-B878-EBB811EB2752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41FF502D-058A-4925-9F5A-BD8967C627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64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7B27-B848-4195-96D7-9E562A376C2F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77BE8FE1-C67E-4E27-97BA-CDC6A7A4B01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84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41E0-E95F-4B87-BB74-F507FA9A8380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07ADEBB6-7B44-407D-BC2D-538F5FD3FBA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29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E22A-615C-4F53-8C67-BF34124A3E36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C7588E04-7963-40BB-B6F3-680F815828F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1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54FD-CFAD-4A3E-93C4-2497321C723F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2251A358-0598-4E88-A818-E40D723F5AF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3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759D1-C0F0-40B1-B397-74DD851498F4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575A7A1E-B30D-4D0D-B99A-23382EEFFA3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46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60C9-6971-449C-9474-B8C65387FFF6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L13.</a:t>
            </a:r>
            <a:fld id="{44F3BBAB-81BB-45FD-9C03-CA2F799DFF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00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D1DF-3062-46E6-A93C-258ADD845FDB}" type="datetime1">
              <a:rPr lang="en-US" altLang="en-US" smtClean="0"/>
              <a:t>8/13/26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L13.</a:t>
            </a:r>
            <a:fld id="{41457C13-B894-4AF4-944F-1C74DA049BF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6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yu.che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ublinear.inf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E94E-7612-4CEF-753C-DCD534BE9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Algorithms at Scale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7B3A5-E1E0-81FB-042B-123204FFC5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SG" dirty="0"/>
              <a:t>CS 5234</a:t>
            </a:r>
          </a:p>
          <a:p>
            <a:r>
              <a:rPr lang="en-SG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7632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B7714-FB75-2D55-920D-95855481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b="1" dirty="0"/>
              <a:t>About This Course</a:t>
            </a:r>
            <a:endParaRPr kumimoji="1" lang="zh-SG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3A1D1D-0854-54CE-BDDF-676A4967A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SG" dirty="0"/>
              <a:t>This is an </a:t>
            </a:r>
            <a:r>
              <a:rPr kumimoji="1" lang="en-US" altLang="zh-SG" dirty="0">
                <a:solidFill>
                  <a:schemeClr val="accent5"/>
                </a:solidFill>
              </a:rPr>
              <a:t>algorithms</a:t>
            </a:r>
            <a:r>
              <a:rPr kumimoji="1" lang="en-US" altLang="zh-SG" dirty="0"/>
              <a:t> course.</a:t>
            </a:r>
          </a:p>
          <a:p>
            <a:pPr lvl="1"/>
            <a:endParaRPr kumimoji="1" lang="en-US" altLang="zh-SG" dirty="0"/>
          </a:p>
          <a:p>
            <a:r>
              <a:rPr kumimoji="1" lang="en-US" altLang="zh-SG" dirty="0"/>
              <a:t>Given a problem, design an algorithm.</a:t>
            </a:r>
          </a:p>
          <a:p>
            <a:pPr lvl="1"/>
            <a:endParaRPr kumimoji="1" lang="en-US" altLang="zh-SG" dirty="0"/>
          </a:p>
          <a:p>
            <a:r>
              <a:rPr kumimoji="1" lang="en-US" altLang="zh-SG" dirty="0"/>
              <a:t>Prove the </a:t>
            </a:r>
            <a:r>
              <a:rPr kumimoji="1" lang="en-US" altLang="zh-SG" dirty="0">
                <a:solidFill>
                  <a:schemeClr val="accent5"/>
                </a:solidFill>
              </a:rPr>
              <a:t>correctness</a:t>
            </a:r>
            <a:r>
              <a:rPr kumimoji="1" lang="en-US" altLang="zh-SG" dirty="0"/>
              <a:t> of the algorithm.</a:t>
            </a:r>
          </a:p>
          <a:p>
            <a:pPr lvl="1"/>
            <a:r>
              <a:rPr kumimoji="1" lang="en-US" altLang="zh-SG" dirty="0"/>
              <a:t>Sometimes we only argue that the algorithm </a:t>
            </a:r>
            <a:r>
              <a:rPr kumimoji="1" lang="en-US" altLang="zh-SG" dirty="0">
                <a:solidFill>
                  <a:schemeClr val="accent5"/>
                </a:solidFill>
              </a:rPr>
              <a:t>usually</a:t>
            </a:r>
            <a:r>
              <a:rPr kumimoji="1" lang="en-US" altLang="zh-SG" dirty="0"/>
              <a:t> works.</a:t>
            </a:r>
          </a:p>
          <a:p>
            <a:pPr lvl="1"/>
            <a:endParaRPr kumimoji="1" lang="en-US" altLang="zh-SG" dirty="0"/>
          </a:p>
          <a:p>
            <a:r>
              <a:rPr kumimoji="1" lang="en-US" altLang="zh-SG" dirty="0"/>
              <a:t>Analyze the algorithm’s </a:t>
            </a:r>
            <a:r>
              <a:rPr kumimoji="1" lang="en-US" altLang="zh-SG" dirty="0">
                <a:solidFill>
                  <a:schemeClr val="accent5"/>
                </a:solidFill>
              </a:rPr>
              <a:t>time complexity</a:t>
            </a:r>
            <a:r>
              <a:rPr kumimoji="1" lang="en-US" altLang="zh-SG" dirty="0"/>
              <a:t>.</a:t>
            </a:r>
          </a:p>
          <a:p>
            <a:pPr lvl="1"/>
            <a:r>
              <a:rPr kumimoji="1" lang="en-US" altLang="zh-SG" dirty="0"/>
              <a:t>Sometimes we also care about </a:t>
            </a:r>
            <a:r>
              <a:rPr kumimoji="1" lang="en-US" altLang="zh-SG" dirty="0">
                <a:solidFill>
                  <a:schemeClr val="accent5"/>
                </a:solidFill>
              </a:rPr>
              <a:t>space complexity</a:t>
            </a:r>
            <a:r>
              <a:rPr kumimoji="1" lang="en-US" altLang="zh-SG" dirty="0"/>
              <a:t>.</a:t>
            </a:r>
            <a:endParaRPr kumimoji="1"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99375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What Does ‘Algorithms at Scale’ Mean?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399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Too much input. Too few resources.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Time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space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90688"/>
            <a:ext cx="73309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6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C63C3-6C46-21D4-41B4-0EDA959F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Time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7F694-994A-65FD-290F-A9C6A1C8F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33113" cy="1603375"/>
          </a:xfrm>
        </p:spPr>
        <p:txBody>
          <a:bodyPr/>
          <a:lstStyle/>
          <a:p>
            <a:r>
              <a:rPr kumimoji="1" lang="en-US" altLang="zh-CN" dirty="0"/>
              <a:t>The input is so large that we cannot afford to read it in full.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We only read </a:t>
            </a:r>
            <a:r>
              <a:rPr kumimoji="1" lang="en-US" altLang="zh-CN" dirty="0">
                <a:solidFill>
                  <a:schemeClr val="accent5"/>
                </a:solidFill>
              </a:rPr>
              <a:t>a small part </a:t>
            </a:r>
            <a:r>
              <a:rPr kumimoji="1" lang="en-US" altLang="zh-CN" dirty="0"/>
              <a:t>of the input.</a:t>
            </a:r>
          </a:p>
          <a:p>
            <a:endParaRPr kumimoji="1" lang="en-US" altLang="zh-CN" dirty="0"/>
          </a:p>
        </p:txBody>
      </p:sp>
      <p:pic>
        <p:nvPicPr>
          <p:cNvPr id="3074" name="Picture 2" descr="What is Sampling Techniques and Types - Analytics Vidhya">
            <a:extLst>
              <a:ext uri="{FF2B5EF4-FFF2-40B4-BE49-F238E27FC236}">
                <a16:creationId xmlns:a16="http://schemas.microsoft.com/office/drawing/2014/main" id="{A22818F7-E64F-4CD2-3F50-DE34A4B77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563937"/>
            <a:ext cx="4817095" cy="29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F23999A3-6CC9-CD37-4F50-DEDA22F5A248}"/>
              </a:ext>
            </a:extLst>
          </p:cNvPr>
          <p:cNvSpPr txBox="1"/>
          <p:nvPr/>
        </p:nvSpPr>
        <p:spPr>
          <a:xfrm>
            <a:off x="6291944" y="4343400"/>
            <a:ext cx="533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How many foreign residents are there in Singapore?</a:t>
            </a:r>
          </a:p>
        </p:txBody>
      </p:sp>
    </p:spTree>
    <p:extLst>
      <p:ext uri="{BB962C8B-B14F-4D97-AF65-F5344CB8AC3E}">
        <p14:creationId xmlns:p14="http://schemas.microsoft.com/office/powerpoint/2010/main" val="251085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CD746-6195-C40E-707B-F34FA55A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9CC00-0E9D-50C9-69B3-0A2E7135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Limited Time: Query Algorithm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692E1-89D4-E37F-4120-F94479209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We don’t have the time to read the entire input.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We read </a:t>
            </a:r>
            <a:r>
              <a:rPr kumimoji="1" lang="en-US" altLang="zh-CN" dirty="0">
                <a:solidFill>
                  <a:schemeClr val="accent5"/>
                </a:solidFill>
              </a:rPr>
              <a:t>a small part </a:t>
            </a:r>
            <a:r>
              <a:rPr kumimoji="1" lang="en-US" altLang="zh-CN" dirty="0"/>
              <a:t>of the data.</a:t>
            </a:r>
          </a:p>
          <a:p>
            <a:pPr lvl="1"/>
            <a:r>
              <a:rPr kumimoji="1" lang="en-US" altLang="zh-CN" dirty="0"/>
              <a:t>Output a </a:t>
            </a:r>
            <a:r>
              <a:rPr kumimoji="1" lang="en-US" altLang="zh-CN" dirty="0">
                <a:solidFill>
                  <a:schemeClr val="accent5"/>
                </a:solidFill>
              </a:rPr>
              <a:t>statistic</a:t>
            </a:r>
            <a:r>
              <a:rPr kumimoji="1" lang="en-US" altLang="zh-CN" dirty="0"/>
              <a:t> of the data</a:t>
            </a:r>
          </a:p>
          <a:p>
            <a:pPr lvl="1"/>
            <a:r>
              <a:rPr kumimoji="1" lang="en-US" altLang="zh-CN" dirty="0"/>
              <a:t>E.g., Number of one type of element.</a:t>
            </a:r>
            <a:endParaRPr kumimoji="1" lang="zh-CN" altLang="en-US" dirty="0"/>
          </a:p>
          <a:p>
            <a:pPr lvl="1"/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>
                <a:ea typeface="Cambria Math" panose="02040503050406030204" pitchFamily="18" charset="0"/>
              </a:rPr>
              <a:t>The algorithm accesses a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small amount </a:t>
            </a:r>
            <a:r>
              <a:rPr kumimoji="1" lang="en-US" altLang="zh-CN" dirty="0">
                <a:ea typeface="Cambria Math" panose="02040503050406030204" pitchFamily="18" charset="0"/>
              </a:rPr>
              <a:t>of input.</a:t>
            </a:r>
          </a:p>
          <a:p>
            <a:pPr lvl="1"/>
            <a:r>
              <a:rPr kumimoji="1" lang="en-US" altLang="zh-CN" dirty="0">
                <a:ea typeface="Cambria Math" panose="02040503050406030204" pitchFamily="18" charset="0"/>
              </a:rPr>
              <a:t>Output based on the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limited information </a:t>
            </a:r>
            <a:r>
              <a:rPr kumimoji="1" lang="en-US" altLang="zh-CN" dirty="0">
                <a:ea typeface="Cambria Math" panose="02040503050406030204" pitchFamily="18" charset="0"/>
              </a:rPr>
              <a:t>we learn.</a:t>
            </a:r>
          </a:p>
          <a:p>
            <a:endParaRPr kumimoji="1" lang="zh-CN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5410C1-4409-0337-E90A-B64D8A17D0AC}"/>
              </a:ext>
            </a:extLst>
          </p:cNvPr>
          <p:cNvGrpSpPr/>
          <p:nvPr/>
        </p:nvGrpSpPr>
        <p:grpSpPr>
          <a:xfrm>
            <a:off x="8511617" y="2778473"/>
            <a:ext cx="2842183" cy="2551002"/>
            <a:chOff x="8511617" y="2778473"/>
            <a:chExt cx="2842183" cy="2551002"/>
          </a:xfrm>
        </p:grpSpPr>
        <p:pic>
          <p:nvPicPr>
            <p:cNvPr id="4" name="图片 3" descr="图标&#10;&#10;描述已自动生成">
              <a:extLst>
                <a:ext uri="{FF2B5EF4-FFF2-40B4-BE49-F238E27FC236}">
                  <a16:creationId xmlns:a16="http://schemas.microsoft.com/office/drawing/2014/main" id="{F65E9755-4E0E-4566-D3A0-958E1A316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4793" y="3914333"/>
              <a:ext cx="1415142" cy="1415142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EDA1BD7-8E29-4831-EBBE-512ADBE0B4D0}"/>
                </a:ext>
              </a:extLst>
            </p:cNvPr>
            <p:cNvGrpSpPr/>
            <p:nvPr/>
          </p:nvGrpSpPr>
          <p:grpSpPr>
            <a:xfrm>
              <a:off x="8511617" y="2778473"/>
              <a:ext cx="2842183" cy="348344"/>
              <a:chOff x="838201" y="2111826"/>
              <a:chExt cx="3646713" cy="348344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1CCF27-34D9-D7BE-4964-8DA474E61B61}"/>
                  </a:ext>
                </a:extLst>
              </p:cNvPr>
              <p:cNvSpPr/>
              <p:nvPr/>
            </p:nvSpPr>
            <p:spPr>
              <a:xfrm>
                <a:off x="838201" y="2111829"/>
                <a:ext cx="3646713" cy="3374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54725B6B-AFF1-8A01-546C-B95424E5A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D1E2D9F7-601D-10C7-0515-1E21A032C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F8DE809D-6313-0198-C7E6-9F011DCB0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92C3602A-3DEA-CD75-BC24-739887699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1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33D07634-8C0C-B544-4890-8414E733B4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5230" y="2111827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72343096-99CA-653F-E501-088BD98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3572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6AE15CC6-8C9E-F77A-0502-A21AB0563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3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B07A2CC-82E8-3226-6DB2-2E125AE2A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572" y="2111826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A0B99242-5CB2-1E4B-202F-16BD722FA0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63644FB5-20CC-8C2F-98B9-2F65CF94A0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7930" y="3339843"/>
              <a:ext cx="205191" cy="792205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066FA08D-ED9F-20F2-FAFB-C74F933B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1529" y="3302969"/>
              <a:ext cx="224972" cy="829079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B9DF2F9C-5C0D-8311-27F3-56060B372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1792" y="3370047"/>
              <a:ext cx="563795" cy="685801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64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AE850-3DDD-7CAD-2493-6D1A9E87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b="1" dirty="0"/>
              <a:t>Example</a:t>
            </a:r>
            <a:endParaRPr kumimoji="1" lang="zh-SG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F01B21-AB83-4B95-D371-2EAD072F0B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SG" dirty="0"/>
                  <a:t>Input: an </a:t>
                </a:r>
                <a14:m>
                  <m:oMath xmlns:m="http://schemas.openxmlformats.org/officeDocument/2006/math">
                    <m:r>
                      <a:rPr kumimoji="1" lang="en-US" altLang="zh-SG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-bit binary string.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Output: number of </a:t>
                </a:r>
                <a:r>
                  <a:rPr kumimoji="1" lang="en-US" altLang="zh-SG" dirty="0">
                    <a:solidFill>
                      <a:srgbClr val="00B050"/>
                    </a:solidFill>
                  </a:rPr>
                  <a:t>1</a:t>
                </a:r>
                <a:r>
                  <a:rPr kumimoji="1" lang="en-US" altLang="zh-SG" dirty="0"/>
                  <a:t>s in the string.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Oracle: query an index </a:t>
                </a:r>
                <a14:m>
                  <m:oMath xmlns:m="http://schemas.openxmlformats.org/officeDocument/2006/math"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SG" dirty="0"/>
                  <a:t>, return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kumimoji="1" lang="en-US" altLang="zh-SG" dirty="0"/>
                  <a:t> bit.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Algorithm: Query all bits, count the number of </a:t>
                </a:r>
                <a:r>
                  <a:rPr kumimoji="1" lang="en-US" altLang="zh-SG" dirty="0">
                    <a:solidFill>
                      <a:srgbClr val="00B050"/>
                    </a:solidFill>
                  </a:rPr>
                  <a:t>1</a:t>
                </a:r>
                <a:r>
                  <a:rPr kumimoji="1" lang="en-US" altLang="zh-SG" dirty="0"/>
                  <a:t>s.</a:t>
                </a:r>
              </a:p>
              <a:p>
                <a:pPr lvl="1"/>
                <a:r>
                  <a:rPr kumimoji="1" lang="en-US" altLang="zh-SG" dirty="0"/>
                  <a:t>Can we do better?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F01B21-AB83-4B95-D371-2EAD072F0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28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2844-B807-39A8-F9CE-B484BA6D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4195B-DE62-164D-A333-EA3B4677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b="1" dirty="0"/>
              <a:t>Another Algorithm</a:t>
            </a:r>
            <a:endParaRPr kumimoji="1" lang="zh-SG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174F88-ACCF-AECC-A056-2F6F84BF2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058400" cy="4956175"/>
              </a:xfrm>
            </p:spPr>
            <p:txBody>
              <a:bodyPr/>
              <a:lstStyle/>
              <a:p>
                <a:r>
                  <a:rPr kumimoji="1" lang="en-US" altLang="zh-SG" dirty="0"/>
                  <a:t>Algorithm: </a:t>
                </a:r>
              </a:p>
              <a:p>
                <a:pPr lvl="1"/>
                <a:r>
                  <a:rPr kumimoji="1" lang="en-US" altLang="zh-SG" dirty="0"/>
                  <a:t>Query </a:t>
                </a:r>
                <a14:m>
                  <m:oMath xmlns:m="http://schemas.openxmlformats.org/officeDocument/2006/math"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kumimoji="1" lang="en-US" altLang="zh-SG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SG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kumimoji="1" lang="en-US" altLang="zh-SG" dirty="0"/>
                  <a:t> bits </a:t>
                </a:r>
                <a:r>
                  <a:rPr kumimoji="1" lang="en-US" altLang="zh-SG" dirty="0">
                    <a:solidFill>
                      <a:srgbClr val="0070C0"/>
                    </a:solidFill>
                  </a:rPr>
                  <a:t>randomly</a:t>
                </a:r>
                <a:r>
                  <a:rPr kumimoji="1" lang="en-US" altLang="zh-SG" dirty="0"/>
                  <a:t>. </a:t>
                </a:r>
              </a:p>
              <a:p>
                <a:pPr lvl="1"/>
                <a:r>
                  <a:rPr kumimoji="1" lang="en-US" altLang="zh-SG" dirty="0"/>
                  <a:t>Let </a:t>
                </a:r>
                <a14:m>
                  <m:oMath xmlns:m="http://schemas.openxmlformats.org/officeDocument/2006/math"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SG" dirty="0"/>
                  <a:t> be the number of </a:t>
                </a:r>
                <a:r>
                  <a:rPr kumimoji="1" lang="en-US" altLang="zh-SG" dirty="0">
                    <a:solidFill>
                      <a:srgbClr val="00B050"/>
                    </a:solidFill>
                  </a:rPr>
                  <a:t>1</a:t>
                </a:r>
                <a:r>
                  <a:rPr kumimoji="1" lang="en-US" altLang="zh-SG" dirty="0"/>
                  <a:t>s observed.</a:t>
                </a:r>
              </a:p>
              <a:p>
                <a:pPr lvl="1"/>
                <a:r>
                  <a:rPr kumimoji="1" lang="en-US" altLang="zh-SG" dirty="0"/>
                  <a:t>Output </a:t>
                </a:r>
                <a14:m>
                  <m:oMath xmlns:m="http://schemas.openxmlformats.org/officeDocument/2006/math"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SG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kumimoji="1" lang="en-US" altLang="zh-SG" dirty="0"/>
                  <a:t>.</a:t>
                </a:r>
              </a:p>
              <a:p>
                <a:pPr lvl="1"/>
                <a:endParaRPr kumimoji="1" lang="en-US" altLang="zh-SG" dirty="0"/>
              </a:p>
              <a:p>
                <a:r>
                  <a:rPr kumimoji="1" lang="en-US" altLang="zh-SG" dirty="0"/>
                  <a:t>We will show that the output is </a:t>
                </a:r>
                <a:r>
                  <a:rPr kumimoji="1" lang="en-US" altLang="zh-SG" dirty="0">
                    <a:solidFill>
                      <a:schemeClr val="accent5"/>
                    </a:solidFill>
                  </a:rPr>
                  <a:t>close</a:t>
                </a:r>
                <a:r>
                  <a:rPr kumimoji="1" lang="en-US" altLang="zh-SG" dirty="0"/>
                  <a:t> to the correct answer </a:t>
                </a:r>
                <a:r>
                  <a:rPr kumimoji="1" lang="en-US" altLang="zh-SG" dirty="0">
                    <a:solidFill>
                      <a:schemeClr val="accent5"/>
                    </a:solidFill>
                  </a:rPr>
                  <a:t>with high probability</a:t>
                </a:r>
                <a:r>
                  <a:rPr kumimoji="1" lang="en-US" altLang="zh-SG" dirty="0"/>
                  <a:t>.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174F88-ACCF-AECC-A056-2F6F84BF2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058400" cy="4956175"/>
              </a:xfrm>
              <a:blipFill>
                <a:blip r:embed="rId2"/>
                <a:stretch>
                  <a:fillRect l="-1135" t="-204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99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38053-B771-584D-A426-70DC5CCB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Space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E0E5E7-74D4-D169-A7C0-D228255E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en-US" altLang="zh-CN" dirty="0"/>
              <a:t>The input is so large that it cannot be stored in our computer.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input continues to come to us, but we can only retain </a:t>
            </a:r>
            <a:r>
              <a:rPr kumimoji="1" lang="en-US" altLang="zh-CN" dirty="0">
                <a:solidFill>
                  <a:srgbClr val="0070C0"/>
                </a:solidFill>
              </a:rPr>
              <a:t>a limited amount </a:t>
            </a:r>
            <a:r>
              <a:rPr kumimoji="1" lang="en-US" altLang="zh-CN" dirty="0"/>
              <a:t>of information.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4" name="Picture 2" descr="What is Sampling Techniques and Types - Analytics Vidhya">
            <a:extLst>
              <a:ext uri="{FF2B5EF4-FFF2-40B4-BE49-F238E27FC236}">
                <a16:creationId xmlns:a16="http://schemas.microsoft.com/office/drawing/2014/main" id="{7DF0C7A0-E128-10F4-AFCC-32A98D37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63" y="3733800"/>
            <a:ext cx="4817095" cy="29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DE7471D-7799-2CBE-8361-947CF39A7657}"/>
              </a:ext>
            </a:extLst>
          </p:cNvPr>
          <p:cNvSpPr txBox="1"/>
          <p:nvPr/>
        </p:nvSpPr>
        <p:spPr>
          <a:xfrm>
            <a:off x="6291944" y="4343400"/>
            <a:ext cx="533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How many foreign residents are there in Singapore?</a:t>
            </a:r>
          </a:p>
        </p:txBody>
      </p:sp>
    </p:spTree>
    <p:extLst>
      <p:ext uri="{BB962C8B-B14F-4D97-AF65-F5344CB8AC3E}">
        <p14:creationId xmlns:p14="http://schemas.microsoft.com/office/powerpoint/2010/main" val="363175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BAAE-AAF9-9C31-70CC-3398E0CB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19FBA-8C10-2C50-3CFB-C72132FC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Space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672A3B-E879-D40B-83C0-0B7731A5E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en-US" altLang="zh-CN" dirty="0"/>
              <a:t>The input is so large that it cannot be stored in our computer.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input continues to come to us, but we can only retain </a:t>
            </a:r>
            <a:r>
              <a:rPr kumimoji="1" lang="en-US" altLang="zh-CN" dirty="0">
                <a:solidFill>
                  <a:srgbClr val="0070C0"/>
                </a:solidFill>
              </a:rPr>
              <a:t>a limited amount </a:t>
            </a:r>
            <a:r>
              <a:rPr kumimoji="1" lang="en-US" altLang="zh-CN" dirty="0"/>
              <a:t>of information.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4" name="Picture 2" descr="What is Sampling Techniques and Types - Analytics Vidhya">
            <a:extLst>
              <a:ext uri="{FF2B5EF4-FFF2-40B4-BE49-F238E27FC236}">
                <a16:creationId xmlns:a16="http://schemas.microsoft.com/office/drawing/2014/main" id="{7323F518-63C7-8359-94D6-4D47C990B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63" y="3733800"/>
            <a:ext cx="4817095" cy="29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EA8464-380D-0138-C7C1-30E162697C02}"/>
              </a:ext>
            </a:extLst>
          </p:cNvPr>
          <p:cNvSpPr txBox="1"/>
          <p:nvPr/>
        </p:nvSpPr>
        <p:spPr>
          <a:xfrm>
            <a:off x="6408917" y="4267200"/>
            <a:ext cx="469141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How many </a:t>
            </a:r>
            <a:r>
              <a:rPr lang="en-US" dirty="0">
                <a:solidFill>
                  <a:srgbClr val="0070C0"/>
                </a:solidFill>
                <a:latin typeface="+mn-lt"/>
              </a:rPr>
              <a:t>different</a:t>
            </a:r>
            <a:r>
              <a:rPr lang="en-US" dirty="0">
                <a:latin typeface="+mn-lt"/>
              </a:rPr>
              <a:t> countries are represented among foreign residents in Singapore?</a:t>
            </a:r>
          </a:p>
        </p:txBody>
      </p:sp>
    </p:spTree>
    <p:extLst>
      <p:ext uri="{BB962C8B-B14F-4D97-AF65-F5344CB8AC3E}">
        <p14:creationId xmlns:p14="http://schemas.microsoft.com/office/powerpoint/2010/main" val="123840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F519-A9B3-857B-AF24-7521C66B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9887A-3E0B-3A24-F772-EB283775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Limited Space: Streaming Algorithm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003C0-C419-2241-9C66-845263E7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504351" cy="4351338"/>
          </a:xfrm>
        </p:spPr>
        <p:txBody>
          <a:bodyPr/>
          <a:lstStyle/>
          <a:p>
            <a:r>
              <a:rPr kumimoji="1" lang="en-US" altLang="zh-CN" dirty="0"/>
              <a:t>Observe a </a:t>
            </a:r>
            <a:r>
              <a:rPr kumimoji="1" lang="en-US" altLang="zh-CN" dirty="0">
                <a:solidFill>
                  <a:schemeClr val="accent5"/>
                </a:solidFill>
              </a:rPr>
              <a:t>long stream </a:t>
            </a:r>
            <a:r>
              <a:rPr kumimoji="1" lang="en-US" altLang="zh-CN" dirty="0"/>
              <a:t>of data,</a:t>
            </a:r>
          </a:p>
          <a:p>
            <a:pPr lvl="1"/>
            <a:r>
              <a:rPr kumimoji="1" lang="en-US" altLang="zh-CN" dirty="0"/>
              <a:t>Output a </a:t>
            </a:r>
            <a:r>
              <a:rPr kumimoji="1" lang="en-US" altLang="zh-CN" dirty="0">
                <a:solidFill>
                  <a:schemeClr val="accent5"/>
                </a:solidFill>
              </a:rPr>
              <a:t>statistic</a:t>
            </a:r>
            <a:r>
              <a:rPr kumimoji="1" lang="en-US" altLang="zh-CN" dirty="0"/>
              <a:t> of the data</a:t>
            </a:r>
          </a:p>
          <a:p>
            <a:pPr lvl="1"/>
            <a:r>
              <a:rPr kumimoji="1" lang="en-US" altLang="zh-CN" dirty="0"/>
              <a:t>E.g. Number of distinct elements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>
                <a:ea typeface="Cambria Math" panose="02040503050406030204" pitchFamily="18" charset="0"/>
              </a:rPr>
              <a:t>Input arrives in a stream and the algorithm has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limited space</a:t>
            </a:r>
            <a:r>
              <a:rPr kumimoji="1" lang="en-US" altLang="zh-CN" dirty="0">
                <a:ea typeface="Cambria Math" panose="02040503050406030204" pitchFamily="18" charset="0"/>
              </a:rPr>
              <a:t>.</a:t>
            </a:r>
          </a:p>
          <a:p>
            <a:pPr lvl="1"/>
            <a:r>
              <a:rPr kumimoji="1" lang="en-US" altLang="zh-CN" dirty="0">
                <a:ea typeface="Cambria Math" panose="02040503050406030204" pitchFamily="18" charset="0"/>
              </a:rPr>
              <a:t>Output based on the </a:t>
            </a:r>
            <a:r>
              <a:rPr kumimoji="1" lang="en-US" altLang="zh-CN" dirty="0">
                <a:solidFill>
                  <a:schemeClr val="accent5"/>
                </a:solidFill>
                <a:ea typeface="Cambria Math" panose="02040503050406030204" pitchFamily="18" charset="0"/>
              </a:rPr>
              <a:t>limited information </a:t>
            </a:r>
            <a:r>
              <a:rPr kumimoji="1" lang="en-US" altLang="zh-CN" dirty="0">
                <a:ea typeface="Cambria Math" panose="02040503050406030204" pitchFamily="18" charset="0"/>
              </a:rPr>
              <a:t>we stored.</a:t>
            </a:r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996068-596E-3A1A-A515-1CD9481A1FEE}"/>
              </a:ext>
            </a:extLst>
          </p:cNvPr>
          <p:cNvGrpSpPr/>
          <p:nvPr/>
        </p:nvGrpSpPr>
        <p:grpSpPr>
          <a:xfrm>
            <a:off x="8470549" y="2674794"/>
            <a:ext cx="2842183" cy="2766733"/>
            <a:chOff x="8470549" y="2674794"/>
            <a:chExt cx="2842183" cy="2766733"/>
          </a:xfrm>
        </p:grpSpPr>
        <p:pic>
          <p:nvPicPr>
            <p:cNvPr id="4" name="图片 3" descr="图标&#10;&#10;描述已自动生成">
              <a:extLst>
                <a:ext uri="{FF2B5EF4-FFF2-40B4-BE49-F238E27FC236}">
                  <a16:creationId xmlns:a16="http://schemas.microsoft.com/office/drawing/2014/main" id="{F1963F20-42FE-DD07-15A6-030EDA713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3725" y="4026385"/>
              <a:ext cx="1415142" cy="1415142"/>
            </a:xfrm>
            <a:prstGeom prst="rect">
              <a:avLst/>
            </a:prstGeom>
          </p:spPr>
        </p:pic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9F473B4F-D431-8135-F7D6-C4F68B07E3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9522" y="3415021"/>
              <a:ext cx="0" cy="729344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73B5B11-C619-D625-B379-6C941BF82C35}"/>
                </a:ext>
              </a:extLst>
            </p:cNvPr>
            <p:cNvGrpSpPr/>
            <p:nvPr/>
          </p:nvGrpSpPr>
          <p:grpSpPr>
            <a:xfrm>
              <a:off x="8470549" y="2926929"/>
              <a:ext cx="2842183" cy="348344"/>
              <a:chOff x="838201" y="2111826"/>
              <a:chExt cx="3646713" cy="348344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03ABBC0-0F21-10A7-9555-71CAA1FEEA71}"/>
                  </a:ext>
                </a:extLst>
              </p:cNvPr>
              <p:cNvSpPr/>
              <p:nvPr/>
            </p:nvSpPr>
            <p:spPr>
              <a:xfrm>
                <a:off x="838201" y="2111829"/>
                <a:ext cx="3646713" cy="3374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B2B96ED0-528C-CBAC-4370-47FC358F9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913129A6-FD4A-E92A-442C-DDA589FB7D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0CE4D69B-7362-71A4-B49C-A1E15A049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ECAE9136-BE94-8749-136F-76B024707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1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2B0E946B-F7C4-27F3-7211-2656A521D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5230" y="2111827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C270CF02-8D25-AF4A-55D6-6C226AA6D0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3572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365081BA-9F7C-9353-2F36-8BCA0DA9BA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3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F34F2CD3-FE7F-E82E-3B78-74AFC3C98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572" y="2111826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EFC535E7-B564-1AE6-F013-12A117806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F77B06DE-71AE-94DA-124E-8B9C3E21B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1762" y="2674794"/>
              <a:ext cx="950317" cy="0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33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E38A-BD44-FC62-04BA-18DF216A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8E232-EF45-7C46-E488-FA71B160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b="1" dirty="0"/>
              <a:t>Example</a:t>
            </a:r>
            <a:endParaRPr kumimoji="1" lang="zh-SG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73856-7E5F-35F5-DB27-F2C3BB49B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kumimoji="1" lang="en-US" altLang="zh-SG" dirty="0"/>
                  <a:t>Input: an </a:t>
                </a:r>
                <a14:m>
                  <m:oMath xmlns:m="http://schemas.openxmlformats.org/officeDocument/2006/math">
                    <m:r>
                      <a:rPr kumimoji="1" lang="en-US" altLang="zh-SG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-bit binary string.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Output: the number of </a:t>
                </a:r>
                <a:r>
                  <a:rPr kumimoji="1" lang="en-US" altLang="zh-SG" dirty="0">
                    <a:solidFill>
                      <a:srgbClr val="00B050"/>
                    </a:solidFill>
                  </a:rPr>
                  <a:t>1</a:t>
                </a:r>
                <a:r>
                  <a:rPr kumimoji="1" lang="en-US" altLang="zh-SG" dirty="0"/>
                  <a:t>s in the string.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Streaming: the bits arrive one at a time.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Algorithm: maintain a counter. </a:t>
                </a:r>
                <a:r>
                  <a:rPr lang="zh-SG" altLang="zh-SG" dirty="0"/>
                  <a:t>Increment the counter whenever a </a:t>
                </a:r>
                <a:r>
                  <a:rPr lang="zh-SG" altLang="zh-SG" dirty="0">
                    <a:solidFill>
                      <a:srgbClr val="00B050"/>
                    </a:solidFill>
                  </a:rPr>
                  <a:t>1</a:t>
                </a:r>
                <a:r>
                  <a:rPr lang="zh-SG" altLang="zh-SG" dirty="0"/>
                  <a:t> arrives. Return the final value. </a:t>
                </a:r>
                <a:endParaRPr lang="en-US" altLang="zh-SG" dirty="0"/>
              </a:p>
              <a:p>
                <a:pPr lvl="1"/>
                <a:r>
                  <a:rPr kumimoji="1" lang="en-US" altLang="zh-SG" dirty="0"/>
                  <a:t>Space: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SG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1" lang="en-US" altLang="zh-SG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SG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zh-SG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kumimoji="1" lang="en-US" altLang="zh-SG" dirty="0"/>
                  <a:t> bits.</a:t>
                </a:r>
                <a:endParaRPr kumimoji="1"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73856-7E5F-35F5-DB27-F2C3BB49B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82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C170-8507-77FD-AC78-C101AA9F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4694B-1E19-31BC-0FB1-7F34A15D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SG" b="1" dirty="0"/>
              <a:t>Another Example</a:t>
            </a:r>
            <a:endParaRPr kumimoji="1" lang="zh-SG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7BBDE9-9202-3351-D3CC-2CE1F749F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kumimoji="1" lang="en-US" altLang="zh-SG" dirty="0"/>
                  <a:t>Input: a string of </a:t>
                </a:r>
                <a14:m>
                  <m:oMath xmlns:m="http://schemas.openxmlformats.org/officeDocument/2006/math">
                    <m:r>
                      <a:rPr kumimoji="1" lang="en-US" altLang="zh-SG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SG" dirty="0"/>
                  <a:t> integers from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kumimoji="1" lang="en-US" altLang="zh-SG" dirty="0"/>
                  <a:t>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Output: number of different integers in the string.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Streaming: the numbers arrive one at a time.</a:t>
                </a:r>
              </a:p>
              <a:p>
                <a:endParaRPr kumimoji="1" lang="en-US" altLang="zh-SG" dirty="0"/>
              </a:p>
              <a:p>
                <a:r>
                  <a:rPr kumimoji="1" lang="en-US" altLang="zh-SG" dirty="0"/>
                  <a:t>We will give an algorithm that estimates the answer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SG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SG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kumimoji="1" lang="en-US" altLang="zh-SG" dirty="0"/>
                  <a:t> space.</a:t>
                </a:r>
                <a:endParaRPr kumimoji="1" lang="zh-SG" altLang="en-US" dirty="0"/>
              </a:p>
              <a:p>
                <a:endParaRPr kumimoji="1" lang="en-US" altLang="zh-SG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7BBDE9-9202-3351-D3CC-2CE1F749F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22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239-6E4C-85E2-D0D7-EA1A933B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EE4D-543E-BD6A-6D97-E1C7B0923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6575"/>
          </a:xfrm>
        </p:spPr>
        <p:txBody>
          <a:bodyPr/>
          <a:lstStyle/>
          <a:p>
            <a:r>
              <a:rPr lang="en-US" dirty="0"/>
              <a:t>The input is large, but we have a lot of computers.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0352F5-8A8C-382A-A439-6547354B395C}"/>
              </a:ext>
            </a:extLst>
          </p:cNvPr>
          <p:cNvSpPr txBox="1">
            <a:spLocks/>
          </p:cNvSpPr>
          <p:nvPr/>
        </p:nvSpPr>
        <p:spPr>
          <a:xfrm>
            <a:off x="815546" y="5475514"/>
            <a:ext cx="5006556" cy="101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Every computer can access the input.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Limited </a:t>
            </a:r>
            <a:r>
              <a:rPr lang="en-US" sz="2000" dirty="0">
                <a:solidFill>
                  <a:schemeClr val="accent5"/>
                </a:solidFill>
              </a:rPr>
              <a:t>adaptivity</a:t>
            </a:r>
            <a:endParaRPr lang="en-US" dirty="0"/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B8B3F-4592-2EDB-E692-D4F471AD7A53}"/>
              </a:ext>
            </a:extLst>
          </p:cNvPr>
          <p:cNvGrpSpPr/>
          <p:nvPr/>
        </p:nvGrpSpPr>
        <p:grpSpPr>
          <a:xfrm>
            <a:off x="1659970" y="3124951"/>
            <a:ext cx="2897619" cy="2139390"/>
            <a:chOff x="1659970" y="3124951"/>
            <a:chExt cx="2897619" cy="2139390"/>
          </a:xfrm>
        </p:grpSpPr>
        <p:pic>
          <p:nvPicPr>
            <p:cNvPr id="6" name="图片 3" descr="图标&#10;&#10;描述已自动生成">
              <a:extLst>
                <a:ext uri="{FF2B5EF4-FFF2-40B4-BE49-F238E27FC236}">
                  <a16:creationId xmlns:a16="http://schemas.microsoft.com/office/drawing/2014/main" id="{9418554D-7F5E-DCA7-DFAC-860DC9E2B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9970" y="4389462"/>
              <a:ext cx="829079" cy="829079"/>
            </a:xfrm>
            <a:prstGeom prst="rect">
              <a:avLst/>
            </a:prstGeom>
          </p:spPr>
        </p:pic>
        <p:grpSp>
          <p:nvGrpSpPr>
            <p:cNvPr id="7" name="组合 4">
              <a:extLst>
                <a:ext uri="{FF2B5EF4-FFF2-40B4-BE49-F238E27FC236}">
                  <a16:creationId xmlns:a16="http://schemas.microsoft.com/office/drawing/2014/main" id="{2B500EC6-1753-1F5E-6D62-0C88A50350ED}"/>
                </a:ext>
              </a:extLst>
            </p:cNvPr>
            <p:cNvGrpSpPr/>
            <p:nvPr/>
          </p:nvGrpSpPr>
          <p:grpSpPr>
            <a:xfrm>
              <a:off x="1659970" y="3124951"/>
              <a:ext cx="2842183" cy="348344"/>
              <a:chOff x="838201" y="2111826"/>
              <a:chExt cx="3646713" cy="348344"/>
            </a:xfrm>
          </p:grpSpPr>
          <p:sp>
            <p:nvSpPr>
              <p:cNvPr id="8" name="矩形 5">
                <a:extLst>
                  <a:ext uri="{FF2B5EF4-FFF2-40B4-BE49-F238E27FC236}">
                    <a16:creationId xmlns:a16="http://schemas.microsoft.com/office/drawing/2014/main" id="{56DDA9D0-8595-248F-430C-EACE1D7DFCDB}"/>
                  </a:ext>
                </a:extLst>
              </p:cNvPr>
              <p:cNvSpPr/>
              <p:nvPr/>
            </p:nvSpPr>
            <p:spPr>
              <a:xfrm>
                <a:off x="838201" y="2111829"/>
                <a:ext cx="3646713" cy="3374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6">
                <a:extLst>
                  <a:ext uri="{FF2B5EF4-FFF2-40B4-BE49-F238E27FC236}">
                    <a16:creationId xmlns:a16="http://schemas.microsoft.com/office/drawing/2014/main" id="{12761CF0-FF73-A5B8-DC22-97944F66A9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7">
                <a:extLst>
                  <a:ext uri="{FF2B5EF4-FFF2-40B4-BE49-F238E27FC236}">
                    <a16:creationId xmlns:a16="http://schemas.microsoft.com/office/drawing/2014/main" id="{FB449E2F-A5C0-BA3F-E75B-DF261CAD01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8">
                <a:extLst>
                  <a:ext uri="{FF2B5EF4-FFF2-40B4-BE49-F238E27FC236}">
                    <a16:creationId xmlns:a16="http://schemas.microsoft.com/office/drawing/2014/main" id="{D4D4CDF6-8F31-2ED2-80E4-B4A4440F80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9">
                <a:extLst>
                  <a:ext uri="{FF2B5EF4-FFF2-40B4-BE49-F238E27FC236}">
                    <a16:creationId xmlns:a16="http://schemas.microsoft.com/office/drawing/2014/main" id="{FBCE5E31-BF14-C536-E985-F901D145C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1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0">
                <a:extLst>
                  <a:ext uri="{FF2B5EF4-FFF2-40B4-BE49-F238E27FC236}">
                    <a16:creationId xmlns:a16="http://schemas.microsoft.com/office/drawing/2014/main" id="{7BADF12E-FCA0-D663-3ACE-068F926AAD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5230" y="2111827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1">
                <a:extLst>
                  <a:ext uri="{FF2B5EF4-FFF2-40B4-BE49-F238E27FC236}">
                    <a16:creationId xmlns:a16="http://schemas.microsoft.com/office/drawing/2014/main" id="{3EB594E0-B1B4-C7BD-D0AD-5DD088F423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3572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2">
                <a:extLst>
                  <a:ext uri="{FF2B5EF4-FFF2-40B4-BE49-F238E27FC236}">
                    <a16:creationId xmlns:a16="http://schemas.microsoft.com/office/drawing/2014/main" id="{E3BC4EBD-185D-1624-D540-66307E15CA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3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3">
                <a:extLst>
                  <a:ext uri="{FF2B5EF4-FFF2-40B4-BE49-F238E27FC236}">
                    <a16:creationId xmlns:a16="http://schemas.microsoft.com/office/drawing/2014/main" id="{C11B97B0-9398-709E-E9A4-BCD46F038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5572" y="2111826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14">
                <a:extLst>
                  <a:ext uri="{FF2B5EF4-FFF2-40B4-BE49-F238E27FC236}">
                    <a16:creationId xmlns:a16="http://schemas.microsoft.com/office/drawing/2014/main" id="{72E351F1-538B-681F-DC8C-08C08C25EF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5686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线箭头连接符 15">
              <a:extLst>
                <a:ext uri="{FF2B5EF4-FFF2-40B4-BE49-F238E27FC236}">
                  <a16:creationId xmlns:a16="http://schemas.microsoft.com/office/drawing/2014/main" id="{38DB7A41-B52E-750E-B23C-8A6100BBF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5161" y="3579809"/>
              <a:ext cx="0" cy="822517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线箭头连接符 16">
              <a:extLst>
                <a:ext uri="{FF2B5EF4-FFF2-40B4-BE49-F238E27FC236}">
                  <a16:creationId xmlns:a16="http://schemas.microsoft.com/office/drawing/2014/main" id="{22EF4A0E-8DA4-1864-116C-DED24585F5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921" y="3618476"/>
              <a:ext cx="414233" cy="760100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箭头连接符 17">
              <a:extLst>
                <a:ext uri="{FF2B5EF4-FFF2-40B4-BE49-F238E27FC236}">
                  <a16:creationId xmlns:a16="http://schemas.microsoft.com/office/drawing/2014/main" id="{3D0121BE-C3EE-F255-BF99-5E2D23400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128" y="3663706"/>
              <a:ext cx="1412018" cy="758692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8" name="图片 3" descr="图标&#10;&#10;描述已自动生成">
              <a:extLst>
                <a:ext uri="{FF2B5EF4-FFF2-40B4-BE49-F238E27FC236}">
                  <a16:creationId xmlns:a16="http://schemas.microsoft.com/office/drawing/2014/main" id="{DD7BB50B-00E4-2FE5-0DA5-7958F9F22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4240" y="4402326"/>
              <a:ext cx="829079" cy="829079"/>
            </a:xfrm>
            <a:prstGeom prst="rect">
              <a:avLst/>
            </a:prstGeom>
          </p:spPr>
        </p:pic>
        <p:cxnSp>
          <p:nvCxnSpPr>
            <p:cNvPr id="29" name="直线箭头连接符 15">
              <a:extLst>
                <a:ext uri="{FF2B5EF4-FFF2-40B4-BE49-F238E27FC236}">
                  <a16:creationId xmlns:a16="http://schemas.microsoft.com/office/drawing/2014/main" id="{9395757D-3AA6-78AE-A8A6-8E6E46093C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921" y="3579809"/>
              <a:ext cx="783510" cy="835381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线箭头连接符 16">
              <a:extLst>
                <a:ext uri="{FF2B5EF4-FFF2-40B4-BE49-F238E27FC236}">
                  <a16:creationId xmlns:a16="http://schemas.microsoft.com/office/drawing/2014/main" id="{702C2E12-F9FD-4680-68B0-EC99EFD8B5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8359" y="3618476"/>
              <a:ext cx="361832" cy="772964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线箭头连接符 17">
              <a:extLst>
                <a:ext uri="{FF2B5EF4-FFF2-40B4-BE49-F238E27FC236}">
                  <a16:creationId xmlns:a16="http://schemas.microsoft.com/office/drawing/2014/main" id="{29F7111D-4C64-E1D2-94FE-F53F294A0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9398" y="3663706"/>
              <a:ext cx="862779" cy="771556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3" descr="图标&#10;&#10;描述已自动生成">
              <a:extLst>
                <a:ext uri="{FF2B5EF4-FFF2-40B4-BE49-F238E27FC236}">
                  <a16:creationId xmlns:a16="http://schemas.microsoft.com/office/drawing/2014/main" id="{A1DCED2B-DDCC-EAEA-0B46-22003847C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8510" y="4435262"/>
              <a:ext cx="829079" cy="829079"/>
            </a:xfrm>
            <a:prstGeom prst="rect">
              <a:avLst/>
            </a:prstGeom>
          </p:spPr>
        </p:pic>
        <p:cxnSp>
          <p:nvCxnSpPr>
            <p:cNvPr id="42" name="直线箭头连接符 15">
              <a:extLst>
                <a:ext uri="{FF2B5EF4-FFF2-40B4-BE49-F238E27FC236}">
                  <a16:creationId xmlns:a16="http://schemas.microsoft.com/office/drawing/2014/main" id="{18C7EB3B-85E1-1F36-BA74-054EA0986B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89335" y="3618476"/>
              <a:ext cx="1344366" cy="829650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线箭头连接符 16">
              <a:extLst>
                <a:ext uri="{FF2B5EF4-FFF2-40B4-BE49-F238E27FC236}">
                  <a16:creationId xmlns:a16="http://schemas.microsoft.com/office/drawing/2014/main" id="{7B789C2A-6906-410B-C855-7699D07C0C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0190" y="3663706"/>
              <a:ext cx="1034271" cy="760670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线箭头连接符 17">
              <a:extLst>
                <a:ext uri="{FF2B5EF4-FFF2-40B4-BE49-F238E27FC236}">
                  <a16:creationId xmlns:a16="http://schemas.microsoft.com/office/drawing/2014/main" id="{FA7E8762-88C4-B7C4-63FF-74808C94AC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6353" y="3618476"/>
              <a:ext cx="447315" cy="849722"/>
            </a:xfrm>
            <a:prstGeom prst="straightConnector1">
              <a:avLst/>
            </a:prstGeom>
            <a:ln w="12700">
              <a:headEnd type="none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D68B0F-91E2-75FB-CA63-21C59FFB082B}"/>
              </a:ext>
            </a:extLst>
          </p:cNvPr>
          <p:cNvGrpSpPr/>
          <p:nvPr/>
        </p:nvGrpSpPr>
        <p:grpSpPr>
          <a:xfrm>
            <a:off x="7568496" y="2399459"/>
            <a:ext cx="3539636" cy="2875930"/>
            <a:chOff x="7568496" y="2399459"/>
            <a:chExt cx="3539636" cy="2875930"/>
          </a:xfrm>
        </p:grpSpPr>
        <p:grpSp>
          <p:nvGrpSpPr>
            <p:cNvPr id="54" name="组合 10">
              <a:extLst>
                <a:ext uri="{FF2B5EF4-FFF2-40B4-BE49-F238E27FC236}">
                  <a16:creationId xmlns:a16="http://schemas.microsoft.com/office/drawing/2014/main" id="{3236C626-4193-469A-CC88-D2BC507B6FC4}"/>
                </a:ext>
              </a:extLst>
            </p:cNvPr>
            <p:cNvGrpSpPr/>
            <p:nvPr/>
          </p:nvGrpSpPr>
          <p:grpSpPr>
            <a:xfrm>
              <a:off x="7604103" y="2621087"/>
              <a:ext cx="3060768" cy="2654302"/>
              <a:chOff x="8277527" y="2111134"/>
              <a:chExt cx="3127464" cy="2713832"/>
            </a:xfrm>
          </p:grpSpPr>
          <p:pic>
            <p:nvPicPr>
              <p:cNvPr id="55" name="图片 4" descr="图标&#10;&#10;描述已自动生成">
                <a:extLst>
                  <a:ext uri="{FF2B5EF4-FFF2-40B4-BE49-F238E27FC236}">
                    <a16:creationId xmlns:a16="http://schemas.microsoft.com/office/drawing/2014/main" id="{EE5E8815-DEDD-168F-8EAE-24267E72B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15985" y="2111134"/>
                <a:ext cx="739476" cy="739476"/>
              </a:xfrm>
              <a:prstGeom prst="rect">
                <a:avLst/>
              </a:prstGeom>
            </p:spPr>
          </p:pic>
          <p:pic>
            <p:nvPicPr>
              <p:cNvPr id="56" name="图片 5" descr="图标&#10;&#10;描述已自动生成">
                <a:extLst>
                  <a:ext uri="{FF2B5EF4-FFF2-40B4-BE49-F238E27FC236}">
                    <a16:creationId xmlns:a16="http://schemas.microsoft.com/office/drawing/2014/main" id="{01880E0F-FFE3-F34B-5DD2-84B67F0FD4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77527" y="2902581"/>
                <a:ext cx="739476" cy="739476"/>
              </a:xfrm>
              <a:prstGeom prst="rect">
                <a:avLst/>
              </a:prstGeom>
            </p:spPr>
          </p:pic>
          <p:pic>
            <p:nvPicPr>
              <p:cNvPr id="57" name="图片 6" descr="图标&#10;&#10;描述已自动生成">
                <a:extLst>
                  <a:ext uri="{FF2B5EF4-FFF2-40B4-BE49-F238E27FC236}">
                    <a16:creationId xmlns:a16="http://schemas.microsoft.com/office/drawing/2014/main" id="{6022E0D3-C1AB-53D0-4407-2580456C9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665515" y="4085490"/>
                <a:ext cx="739476" cy="739476"/>
              </a:xfrm>
              <a:prstGeom prst="rect">
                <a:avLst/>
              </a:prstGeom>
            </p:spPr>
          </p:pic>
          <p:pic>
            <p:nvPicPr>
              <p:cNvPr id="59" name="图片 8" descr="图标&#10;&#10;描述已自动生成">
                <a:extLst>
                  <a:ext uri="{FF2B5EF4-FFF2-40B4-BE49-F238E27FC236}">
                    <a16:creationId xmlns:a16="http://schemas.microsoft.com/office/drawing/2014/main" id="{FDD8E95D-656E-0827-C145-423A32641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15985" y="3149589"/>
                <a:ext cx="739476" cy="739476"/>
              </a:xfrm>
              <a:prstGeom prst="rect">
                <a:avLst/>
              </a:prstGeom>
            </p:spPr>
          </p:pic>
          <p:pic>
            <p:nvPicPr>
              <p:cNvPr id="60" name="图片 9" descr="图标&#10;&#10;描述已自动生成">
                <a:extLst>
                  <a:ext uri="{FF2B5EF4-FFF2-40B4-BE49-F238E27FC236}">
                    <a16:creationId xmlns:a16="http://schemas.microsoft.com/office/drawing/2014/main" id="{0DC6F444-0B7F-B5FA-7252-D51F8BCA15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10213" y="4069231"/>
                <a:ext cx="739476" cy="739476"/>
              </a:xfrm>
              <a:prstGeom prst="rect">
                <a:avLst/>
              </a:prstGeom>
            </p:spPr>
          </p:pic>
        </p:grpSp>
        <p:grpSp>
          <p:nvGrpSpPr>
            <p:cNvPr id="61" name="组合 4">
              <a:extLst>
                <a:ext uri="{FF2B5EF4-FFF2-40B4-BE49-F238E27FC236}">
                  <a16:creationId xmlns:a16="http://schemas.microsoft.com/office/drawing/2014/main" id="{F7F85D1F-54D2-5292-9F19-30BA40E43E10}"/>
                </a:ext>
              </a:extLst>
            </p:cNvPr>
            <p:cNvGrpSpPr/>
            <p:nvPr/>
          </p:nvGrpSpPr>
          <p:grpSpPr>
            <a:xfrm>
              <a:off x="7568496" y="3136910"/>
              <a:ext cx="783511" cy="236926"/>
              <a:chOff x="838202" y="2111829"/>
              <a:chExt cx="1431179" cy="348341"/>
            </a:xfrm>
          </p:grpSpPr>
          <p:sp>
            <p:nvSpPr>
              <p:cNvPr id="62" name="矩形 5">
                <a:extLst>
                  <a:ext uri="{FF2B5EF4-FFF2-40B4-BE49-F238E27FC236}">
                    <a16:creationId xmlns:a16="http://schemas.microsoft.com/office/drawing/2014/main" id="{93C1D31F-DEED-B7DC-92A6-EDA632DB344A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3" name="直线连接符 6">
                <a:extLst>
                  <a:ext uri="{FF2B5EF4-FFF2-40B4-BE49-F238E27FC236}">
                    <a16:creationId xmlns:a16="http://schemas.microsoft.com/office/drawing/2014/main" id="{34C6C400-6E6A-F3EF-8EE5-470B8DDA8A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7">
                <a:extLst>
                  <a:ext uri="{FF2B5EF4-FFF2-40B4-BE49-F238E27FC236}">
                    <a16:creationId xmlns:a16="http://schemas.microsoft.com/office/drawing/2014/main" id="{E240134B-2EF2-34D5-D8AA-01ED64D9C5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线连接符 8">
                <a:extLst>
                  <a:ext uri="{FF2B5EF4-FFF2-40B4-BE49-F238E27FC236}">
                    <a16:creationId xmlns:a16="http://schemas.microsoft.com/office/drawing/2014/main" id="{353B5405-0829-E8E2-CFC6-9870E2E8F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4">
              <a:extLst>
                <a:ext uri="{FF2B5EF4-FFF2-40B4-BE49-F238E27FC236}">
                  <a16:creationId xmlns:a16="http://schemas.microsoft.com/office/drawing/2014/main" id="{572923BB-2479-B391-479F-642AAACE2C3D}"/>
                </a:ext>
              </a:extLst>
            </p:cNvPr>
            <p:cNvGrpSpPr/>
            <p:nvPr/>
          </p:nvGrpSpPr>
          <p:grpSpPr>
            <a:xfrm>
              <a:off x="8981982" y="2399459"/>
              <a:ext cx="783511" cy="236926"/>
              <a:chOff x="838202" y="2111829"/>
              <a:chExt cx="1431179" cy="348341"/>
            </a:xfrm>
          </p:grpSpPr>
          <p:sp>
            <p:nvSpPr>
              <p:cNvPr id="93" name="矩形 5">
                <a:extLst>
                  <a:ext uri="{FF2B5EF4-FFF2-40B4-BE49-F238E27FC236}">
                    <a16:creationId xmlns:a16="http://schemas.microsoft.com/office/drawing/2014/main" id="{E13C65EE-3C07-AA7F-D8E7-9BC1BE2DF70E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4" name="直线连接符 6">
                <a:extLst>
                  <a:ext uri="{FF2B5EF4-FFF2-40B4-BE49-F238E27FC236}">
                    <a16:creationId xmlns:a16="http://schemas.microsoft.com/office/drawing/2014/main" id="{3038B542-675F-3956-4A09-162F5E473A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线连接符 7">
                <a:extLst>
                  <a:ext uri="{FF2B5EF4-FFF2-40B4-BE49-F238E27FC236}">
                    <a16:creationId xmlns:a16="http://schemas.microsoft.com/office/drawing/2014/main" id="{72E80712-1B49-5B16-AF26-7B9B74F8C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线连接符 8">
                <a:extLst>
                  <a:ext uri="{FF2B5EF4-FFF2-40B4-BE49-F238E27FC236}">
                    <a16:creationId xmlns:a16="http://schemas.microsoft.com/office/drawing/2014/main" id="{6F58E903-1102-B9F7-B2DF-E21EC6AEA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4">
              <a:extLst>
                <a:ext uri="{FF2B5EF4-FFF2-40B4-BE49-F238E27FC236}">
                  <a16:creationId xmlns:a16="http://schemas.microsoft.com/office/drawing/2014/main" id="{5CEFABE2-4388-781F-F641-9CA817169574}"/>
                </a:ext>
              </a:extLst>
            </p:cNvPr>
            <p:cNvGrpSpPr/>
            <p:nvPr/>
          </p:nvGrpSpPr>
          <p:grpSpPr>
            <a:xfrm>
              <a:off x="9011885" y="3426195"/>
              <a:ext cx="783511" cy="236926"/>
              <a:chOff x="838202" y="2111829"/>
              <a:chExt cx="1431179" cy="348341"/>
            </a:xfrm>
          </p:grpSpPr>
          <p:sp>
            <p:nvSpPr>
              <p:cNvPr id="98" name="矩形 5">
                <a:extLst>
                  <a:ext uri="{FF2B5EF4-FFF2-40B4-BE49-F238E27FC236}">
                    <a16:creationId xmlns:a16="http://schemas.microsoft.com/office/drawing/2014/main" id="{E2372991-A2CF-10F8-EDC7-7ED05C3CC852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9" name="直线连接符 6">
                <a:extLst>
                  <a:ext uri="{FF2B5EF4-FFF2-40B4-BE49-F238E27FC236}">
                    <a16:creationId xmlns:a16="http://schemas.microsoft.com/office/drawing/2014/main" id="{10D5B1FB-0E00-DE1D-3F72-9AAF3A277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线连接符 7">
                <a:extLst>
                  <a:ext uri="{FF2B5EF4-FFF2-40B4-BE49-F238E27FC236}">
                    <a16:creationId xmlns:a16="http://schemas.microsoft.com/office/drawing/2014/main" id="{70CBD3FC-908A-6B2C-1672-04607461A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线连接符 8">
                <a:extLst>
                  <a:ext uri="{FF2B5EF4-FFF2-40B4-BE49-F238E27FC236}">
                    <a16:creationId xmlns:a16="http://schemas.microsoft.com/office/drawing/2014/main" id="{943903B0-4B22-33AB-7F8C-69C5BEFEE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4">
              <a:extLst>
                <a:ext uri="{FF2B5EF4-FFF2-40B4-BE49-F238E27FC236}">
                  <a16:creationId xmlns:a16="http://schemas.microsoft.com/office/drawing/2014/main" id="{69B6DA9B-AA2D-9FB2-60AA-75EBD7015B10}"/>
                </a:ext>
              </a:extLst>
            </p:cNvPr>
            <p:cNvGrpSpPr/>
            <p:nvPr/>
          </p:nvGrpSpPr>
          <p:grpSpPr>
            <a:xfrm>
              <a:off x="7831827" y="4286442"/>
              <a:ext cx="783511" cy="236926"/>
              <a:chOff x="838202" y="2111829"/>
              <a:chExt cx="1431179" cy="348341"/>
            </a:xfrm>
          </p:grpSpPr>
          <p:sp>
            <p:nvSpPr>
              <p:cNvPr id="103" name="矩形 5">
                <a:extLst>
                  <a:ext uri="{FF2B5EF4-FFF2-40B4-BE49-F238E27FC236}">
                    <a16:creationId xmlns:a16="http://schemas.microsoft.com/office/drawing/2014/main" id="{0E0CDE72-4C0C-923F-57DB-6D5556B43578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4" name="直线连接符 6">
                <a:extLst>
                  <a:ext uri="{FF2B5EF4-FFF2-40B4-BE49-F238E27FC236}">
                    <a16:creationId xmlns:a16="http://schemas.microsoft.com/office/drawing/2014/main" id="{B6AB611F-030D-C0E9-57FF-BE1C0128D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线连接符 7">
                <a:extLst>
                  <a:ext uri="{FF2B5EF4-FFF2-40B4-BE49-F238E27FC236}">
                    <a16:creationId xmlns:a16="http://schemas.microsoft.com/office/drawing/2014/main" id="{E18129F6-3907-A90D-E9AF-AA9B444864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直线连接符 8">
                <a:extLst>
                  <a:ext uri="{FF2B5EF4-FFF2-40B4-BE49-F238E27FC236}">
                    <a16:creationId xmlns:a16="http://schemas.microsoft.com/office/drawing/2014/main" id="{81872902-334D-D345-60F7-FEB8602241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4">
              <a:extLst>
                <a:ext uri="{FF2B5EF4-FFF2-40B4-BE49-F238E27FC236}">
                  <a16:creationId xmlns:a16="http://schemas.microsoft.com/office/drawing/2014/main" id="{7D53983A-7A85-A35C-A616-824DFF40C672}"/>
                </a:ext>
              </a:extLst>
            </p:cNvPr>
            <p:cNvGrpSpPr/>
            <p:nvPr/>
          </p:nvGrpSpPr>
          <p:grpSpPr>
            <a:xfrm>
              <a:off x="9915584" y="4278441"/>
              <a:ext cx="783511" cy="236926"/>
              <a:chOff x="838202" y="2111829"/>
              <a:chExt cx="1431179" cy="348341"/>
            </a:xfrm>
          </p:grpSpPr>
          <p:sp>
            <p:nvSpPr>
              <p:cNvPr id="108" name="矩形 5">
                <a:extLst>
                  <a:ext uri="{FF2B5EF4-FFF2-40B4-BE49-F238E27FC236}">
                    <a16:creationId xmlns:a16="http://schemas.microsoft.com/office/drawing/2014/main" id="{AB1CAAD3-2D64-B4A8-CDE2-EBA220290BD2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9" name="直线连接符 6">
                <a:extLst>
                  <a:ext uri="{FF2B5EF4-FFF2-40B4-BE49-F238E27FC236}">
                    <a16:creationId xmlns:a16="http://schemas.microsoft.com/office/drawing/2014/main" id="{6A713248-9DB6-57F2-6070-C6BADB34E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线连接符 7">
                <a:extLst>
                  <a:ext uri="{FF2B5EF4-FFF2-40B4-BE49-F238E27FC236}">
                    <a16:creationId xmlns:a16="http://schemas.microsoft.com/office/drawing/2014/main" id="{537EDCF3-14EF-8EFB-2627-A5294D463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直线连接符 8">
                <a:extLst>
                  <a:ext uri="{FF2B5EF4-FFF2-40B4-BE49-F238E27FC236}">
                    <a16:creationId xmlns:a16="http://schemas.microsoft.com/office/drawing/2014/main" id="{6804B430-0376-4FD3-5A83-67F51CA9F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4">
              <a:extLst>
                <a:ext uri="{FF2B5EF4-FFF2-40B4-BE49-F238E27FC236}">
                  <a16:creationId xmlns:a16="http://schemas.microsoft.com/office/drawing/2014/main" id="{245CD3EF-28D6-A960-C12A-6C16EA99134B}"/>
                </a:ext>
              </a:extLst>
            </p:cNvPr>
            <p:cNvGrpSpPr/>
            <p:nvPr/>
          </p:nvGrpSpPr>
          <p:grpSpPr>
            <a:xfrm>
              <a:off x="10324621" y="2993866"/>
              <a:ext cx="783511" cy="236926"/>
              <a:chOff x="838202" y="2111829"/>
              <a:chExt cx="1431179" cy="348341"/>
            </a:xfrm>
          </p:grpSpPr>
          <p:sp>
            <p:nvSpPr>
              <p:cNvPr id="124" name="矩形 5">
                <a:extLst>
                  <a:ext uri="{FF2B5EF4-FFF2-40B4-BE49-F238E27FC236}">
                    <a16:creationId xmlns:a16="http://schemas.microsoft.com/office/drawing/2014/main" id="{E3B906BE-43ED-D722-4588-C4AEBAA15AD1}"/>
                  </a:ext>
                </a:extLst>
              </p:cNvPr>
              <p:cNvSpPr/>
              <p:nvPr/>
            </p:nvSpPr>
            <p:spPr>
              <a:xfrm>
                <a:off x="838202" y="2111830"/>
                <a:ext cx="1431179" cy="3308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5" name="直线连接符 6">
                <a:extLst>
                  <a:ext uri="{FF2B5EF4-FFF2-40B4-BE49-F238E27FC236}">
                    <a16:creationId xmlns:a16="http://schemas.microsoft.com/office/drawing/2014/main" id="{50572D34-CA05-B168-80D4-0C4B45E1C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429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直线连接符 7">
                <a:extLst>
                  <a:ext uri="{FF2B5EF4-FFF2-40B4-BE49-F238E27FC236}">
                    <a16:creationId xmlns:a16="http://schemas.microsoft.com/office/drawing/2014/main" id="{B6CB350B-27D5-9907-4013-9A3716A75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7544" y="2122713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线连接符 8">
                <a:extLst>
                  <a:ext uri="{FF2B5EF4-FFF2-40B4-BE49-F238E27FC236}">
                    <a16:creationId xmlns:a16="http://schemas.microsoft.com/office/drawing/2014/main" id="{9420024D-5AC7-3BEE-5EB2-D29374DF3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772" y="2111829"/>
                <a:ext cx="0" cy="33745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28" name="图片 6" descr="图标&#10;&#10;描述已自动生成">
              <a:extLst>
                <a:ext uri="{FF2B5EF4-FFF2-40B4-BE49-F238E27FC236}">
                  <a16:creationId xmlns:a16="http://schemas.microsoft.com/office/drawing/2014/main" id="{15E924F8-33CA-E651-794A-D585CB372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81395" y="3296144"/>
              <a:ext cx="723706" cy="723255"/>
            </a:xfrm>
            <a:prstGeom prst="rect">
              <a:avLst/>
            </a:prstGeom>
          </p:spPr>
        </p:pic>
      </p:grp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28262C64-1F75-4C50-29F9-991E73A0CE54}"/>
              </a:ext>
            </a:extLst>
          </p:cNvPr>
          <p:cNvSpPr txBox="1">
            <a:spLocks/>
          </p:cNvSpPr>
          <p:nvPr/>
        </p:nvSpPr>
        <p:spPr>
          <a:xfrm>
            <a:off x="6155237" y="5533990"/>
            <a:ext cx="5713296" cy="101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dirty="0"/>
              <a:t>Every computer stores a part of the input.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Limited </a:t>
            </a:r>
            <a:r>
              <a:rPr lang="en-US" sz="2000" dirty="0">
                <a:solidFill>
                  <a:schemeClr val="accent5"/>
                </a:solidFill>
              </a:rPr>
              <a:t>communication</a:t>
            </a:r>
          </a:p>
          <a:p>
            <a:pPr fontAlgn="auto">
              <a:spcAft>
                <a:spcPts val="0"/>
              </a:spcAft>
            </a:pPr>
            <a:endParaRPr lang="en-US" dirty="0"/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4998720-8F38-4030-7305-60DABC5B9540}"/>
              </a:ext>
            </a:extLst>
          </p:cNvPr>
          <p:cNvSpPr txBox="1"/>
          <p:nvPr/>
        </p:nvSpPr>
        <p:spPr>
          <a:xfrm>
            <a:off x="5139865" y="3743609"/>
            <a:ext cx="1609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CS 4231</a:t>
            </a:r>
          </a:p>
        </p:txBody>
      </p:sp>
    </p:spTree>
    <p:extLst>
      <p:ext uri="{BB962C8B-B14F-4D97-AF65-F5344CB8AC3E}">
        <p14:creationId xmlns:p14="http://schemas.microsoft.com/office/powerpoint/2010/main" val="128963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Algorithms using a small amount of resources (</a:t>
            </a:r>
            <a:r>
              <a:rPr lang="en-US" dirty="0">
                <a:solidFill>
                  <a:schemeClr val="accent5"/>
                </a:solidFill>
              </a:rPr>
              <a:t>time/space</a:t>
            </a:r>
            <a:r>
              <a:rPr lang="en-US" dirty="0"/>
              <a:t>).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Tools </a:t>
            </a:r>
            <a:r>
              <a:rPr lang="en-US" dirty="0"/>
              <a:t>and </a:t>
            </a:r>
            <a:r>
              <a:rPr lang="en-US" dirty="0">
                <a:solidFill>
                  <a:schemeClr val="accent5"/>
                </a:solidFill>
              </a:rPr>
              <a:t>techniques</a:t>
            </a:r>
            <a:r>
              <a:rPr lang="en-US" dirty="0"/>
              <a:t> to design these algorithms.</a:t>
            </a:r>
          </a:p>
          <a:p>
            <a:pPr lvl="1"/>
            <a:r>
              <a:rPr lang="en-US" dirty="0"/>
              <a:t>How to prove that they work.</a:t>
            </a:r>
          </a:p>
          <a:p>
            <a:pPr lvl="1"/>
            <a:endParaRPr lang="en-US" dirty="0"/>
          </a:p>
          <a:p>
            <a:r>
              <a:rPr lang="en-US" dirty="0"/>
              <a:t>Problems that </a:t>
            </a:r>
            <a:r>
              <a:rPr lang="en-US" dirty="0">
                <a:solidFill>
                  <a:schemeClr val="accent5"/>
                </a:solidFill>
              </a:rPr>
              <a:t>cannot</a:t>
            </a:r>
            <a:r>
              <a:rPr lang="en-US" dirty="0"/>
              <a:t> be solved with a small amount of resources.</a:t>
            </a:r>
          </a:p>
          <a:p>
            <a:pPr lvl="1"/>
            <a:r>
              <a:rPr lang="en-US" dirty="0"/>
              <a:t>What kind of problems are </a:t>
            </a:r>
            <a:r>
              <a:rPr lang="en-US" dirty="0">
                <a:solidFill>
                  <a:schemeClr val="accent5"/>
                </a:solidFill>
              </a:rPr>
              <a:t>hard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How to prove that these problems are hard.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General techniques for designing and analyzing algorithms with </a:t>
            </a:r>
            <a:r>
              <a:rPr lang="en-US" dirty="0">
                <a:solidFill>
                  <a:schemeClr val="accent5"/>
                </a:solidFill>
              </a:rPr>
              <a:t>randomization</a:t>
            </a:r>
            <a:r>
              <a:rPr lang="en-US" dirty="0"/>
              <a:t> and </a:t>
            </a:r>
            <a:r>
              <a:rPr lang="en-US" dirty="0">
                <a:solidFill>
                  <a:schemeClr val="accent5"/>
                </a:solidFill>
              </a:rPr>
              <a:t>approximation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1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/>
              <a:t>Lectures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2 hours of lecture every week</a:t>
            </a:r>
          </a:p>
          <a:p>
            <a:pPr lvl="1"/>
            <a:r>
              <a:rPr lang="en-US" altLang="zh-TW" sz="2000" dirty="0"/>
              <a:t>Thursday (6:30 pm – 8:30 pm), at LT12</a:t>
            </a:r>
          </a:p>
          <a:p>
            <a:pPr lvl="1"/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1 hour of tutorial occasionally</a:t>
            </a:r>
            <a:endParaRPr lang="en-US" altLang="zh-TW" sz="2400" b="1" dirty="0"/>
          </a:p>
          <a:p>
            <a:pPr lvl="1"/>
            <a:r>
              <a:rPr lang="en-US" altLang="zh-TW" sz="2000" dirty="0"/>
              <a:t>Essentially an </a:t>
            </a:r>
            <a:r>
              <a:rPr lang="en-US" altLang="zh-TW" sz="2000" dirty="0">
                <a:solidFill>
                  <a:schemeClr val="accent5"/>
                </a:solidFill>
              </a:rPr>
              <a:t>extra hour </a:t>
            </a:r>
            <a:r>
              <a:rPr lang="en-US" altLang="zh-TW" sz="2000" dirty="0"/>
              <a:t>if I cannot finish;</a:t>
            </a:r>
          </a:p>
          <a:p>
            <a:pPr lvl="1"/>
            <a:r>
              <a:rPr lang="en-US" altLang="zh-TW" sz="2000" dirty="0"/>
              <a:t>Sometimes talk about exercise problems.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Contact: </a:t>
            </a:r>
            <a:r>
              <a:rPr lang="en-US" altLang="zh-TW" sz="2400" dirty="0">
                <a:hlinkClick r:id="rId3"/>
              </a:rPr>
              <a:t>yu.chen@nus.edu.sg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Office Hours: Wednesday 17:00, COM 2-2-58</a:t>
            </a:r>
          </a:p>
          <a:p>
            <a:pPr lvl="1"/>
            <a:r>
              <a:rPr lang="en-US" altLang="zh-TW" sz="2000" dirty="0"/>
              <a:t>Email me on Tuesday if you intend to come.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TA Office Hours: TBD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38B22-43BB-41FC-9352-B54ACC5EC8BF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5279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/>
              <a:t>Assessment (100% CA)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eaLnBrk="1" hangingPunct="1"/>
            <a:r>
              <a:rPr lang="en-US" altLang="zh-TW" dirty="0"/>
              <a:t>Quiz: 40pts</a:t>
            </a:r>
          </a:p>
          <a:p>
            <a:pPr lvl="1"/>
            <a:r>
              <a:rPr lang="en-US" altLang="zh-TW" dirty="0"/>
              <a:t>Two quizzes, each 20pts, 50 mins.</a:t>
            </a:r>
          </a:p>
          <a:p>
            <a:pPr lvl="1"/>
            <a:r>
              <a:rPr lang="en-US" altLang="zh-TW" dirty="0"/>
              <a:t>Week 7, Week 12.</a:t>
            </a:r>
          </a:p>
          <a:p>
            <a:pPr eaLnBrk="1" hangingPunct="1"/>
            <a:endParaRPr lang="en-US" altLang="zh-TW" dirty="0"/>
          </a:p>
          <a:p>
            <a:r>
              <a:rPr lang="en-US" altLang="zh-TW" dirty="0"/>
              <a:t>Assignments: 30pts</a:t>
            </a:r>
          </a:p>
          <a:p>
            <a:pPr lvl="1"/>
            <a:r>
              <a:rPr lang="en-US" altLang="zh-TW" dirty="0"/>
              <a:t>3 Assignments: 15pts each.</a:t>
            </a:r>
          </a:p>
          <a:p>
            <a:pPr lvl="1"/>
            <a:r>
              <a:rPr lang="en-US" altLang="zh-TW" dirty="0"/>
              <a:t>Late penalty: 2pts per day.</a:t>
            </a:r>
          </a:p>
          <a:p>
            <a:pPr lvl="1"/>
            <a:r>
              <a:rPr lang="en-US" altLang="zh-TW" dirty="0"/>
              <a:t>Assignment score = min{30,sum}.</a:t>
            </a:r>
          </a:p>
          <a:p>
            <a:pPr lvl="1"/>
            <a:r>
              <a:rPr lang="en-US" altLang="zh-TW" dirty="0"/>
              <a:t>Please use LaTeX/Markdown/Word.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Project: 30pts</a:t>
            </a:r>
          </a:p>
          <a:p>
            <a:pPr lvl="1"/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38B22-43BB-41FC-9352-B54ACC5EC8BF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298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C9CE-BDBB-7CA7-DB46-B408DC1B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6DDDF-7B86-2BDB-593A-665569ADB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6"/>
          </a:xfrm>
        </p:spPr>
        <p:txBody>
          <a:bodyPr>
            <a:normAutofit/>
          </a:bodyPr>
          <a:lstStyle/>
          <a:p>
            <a:r>
              <a:rPr lang="en-US" dirty="0"/>
              <a:t>Write a survey on one topic.</a:t>
            </a:r>
          </a:p>
          <a:p>
            <a:pPr lvl="1"/>
            <a:r>
              <a:rPr lang="zh-SG" altLang="zh-SG" dirty="0"/>
              <a:t>Work in groups of up to four.</a:t>
            </a:r>
            <a:endParaRPr lang="en-US" dirty="0"/>
          </a:p>
          <a:p>
            <a:pPr lvl="1"/>
            <a:r>
              <a:rPr lang="en-US" dirty="0"/>
              <a:t>You may find topics on </a:t>
            </a:r>
            <a:r>
              <a:rPr lang="en-US" dirty="0">
                <a:hlinkClick r:id="rId2"/>
              </a:rPr>
              <a:t>sublinear.info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also choose your own topic related to the course.</a:t>
            </a:r>
          </a:p>
          <a:p>
            <a:pPr lvl="1"/>
            <a:endParaRPr lang="en-US" dirty="0"/>
          </a:p>
          <a:p>
            <a:r>
              <a:rPr lang="en-US" dirty="0"/>
              <a:t>About 10 pages.</a:t>
            </a:r>
          </a:p>
          <a:p>
            <a:pPr lvl="1"/>
            <a:r>
              <a:rPr lang="en-US" dirty="0"/>
              <a:t>Introduction.</a:t>
            </a:r>
          </a:p>
          <a:p>
            <a:pPr lvl="1"/>
            <a:r>
              <a:rPr lang="en-US" dirty="0"/>
              <a:t>Summary of known results.</a:t>
            </a:r>
          </a:p>
          <a:p>
            <a:pPr lvl="1"/>
            <a:r>
              <a:rPr lang="en-US" dirty="0"/>
              <a:t>Describe one result in detail.</a:t>
            </a:r>
          </a:p>
          <a:p>
            <a:pPr lvl="2"/>
            <a:r>
              <a:rPr lang="en-US" dirty="0"/>
              <a:t>Try to use your own words.</a:t>
            </a:r>
          </a:p>
          <a:p>
            <a:pPr lvl="1"/>
            <a:r>
              <a:rPr lang="en-US" dirty="0"/>
              <a:t>Future Directions.</a:t>
            </a:r>
          </a:p>
          <a:p>
            <a:pPr lvl="2"/>
            <a:r>
              <a:rPr lang="en-US" dirty="0"/>
              <a:t>What direction do you want to try?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0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AAFE-DF6F-AED6-5AAB-0BCEE0D1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2FC4-77E6-2B2C-030E-FA47EF1E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 Week 7: Form your group and select the topic.</a:t>
            </a:r>
          </a:p>
          <a:p>
            <a:endParaRPr lang="en-SG" dirty="0"/>
          </a:p>
          <a:p>
            <a:r>
              <a:rPr lang="en-SG" dirty="0"/>
              <a:t>Week 10: </a:t>
            </a:r>
            <a:r>
              <a:rPr lang="zh-SG" altLang="zh-SG" dirty="0"/>
              <a:t>Select the paper</a:t>
            </a:r>
            <a:r>
              <a:rPr lang="en-SG" dirty="0"/>
              <a:t>.</a:t>
            </a:r>
          </a:p>
          <a:p>
            <a:endParaRPr lang="en-SG" dirty="0"/>
          </a:p>
          <a:p>
            <a:r>
              <a:rPr lang="en-SG" dirty="0"/>
              <a:t>Week 13: Finish the survey.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4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Academic Policy (on Plagiarism)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0744200" cy="5181600"/>
          </a:xfrm>
        </p:spPr>
        <p:txBody>
          <a:bodyPr>
            <a:normAutofit lnSpcReduction="10000"/>
          </a:bodyPr>
          <a:lstStyle/>
          <a:p>
            <a:r>
              <a:rPr lang="zh-SG" altLang="zh-SG" sz="2400" dirty="0"/>
              <a:t>You may discuss general approaches with classmates, but not detailed solutions.</a:t>
            </a:r>
            <a:endParaRPr lang="en-US" altLang="zh-SG" sz="2400" dirty="0"/>
          </a:p>
          <a:p>
            <a:endParaRPr lang="en-US" altLang="zh-SG" sz="2400" dirty="0"/>
          </a:p>
          <a:p>
            <a:r>
              <a:rPr lang="zh-SG" altLang="zh-SG" sz="2400" dirty="0"/>
              <a:t>Write your own solutions and acknowledge all collaborators.</a:t>
            </a:r>
            <a:endParaRPr lang="en-US" altLang="zh-SG" sz="2400" dirty="0"/>
          </a:p>
          <a:p>
            <a:endParaRPr lang="en-US" altLang="zh-SG" sz="2400" dirty="0"/>
          </a:p>
          <a:p>
            <a:r>
              <a:rPr lang="zh-SG" altLang="zh-SG" sz="2400" dirty="0">
                <a:solidFill>
                  <a:srgbClr val="FF0000"/>
                </a:solidFill>
              </a:rPr>
              <a:t>Do not copy or compare solutions</a:t>
            </a:r>
            <a:r>
              <a:rPr lang="zh-SG" altLang="zh-SG" sz="2400" dirty="0"/>
              <a:t>, or post assignment questions or solutions publicly.</a:t>
            </a:r>
            <a:endParaRPr lang="en-US" altLang="zh-SG" sz="2400" dirty="0"/>
          </a:p>
          <a:p>
            <a:endParaRPr lang="en-US" altLang="zh-SG" sz="2400" dirty="0">
              <a:solidFill>
                <a:srgbClr val="FF0000"/>
              </a:solidFill>
            </a:endParaRPr>
          </a:p>
          <a:p>
            <a:r>
              <a:rPr lang="zh-SG" altLang="zh-SG" sz="2400" dirty="0"/>
              <a:t>Ask course-related questions on Canvas.</a:t>
            </a:r>
            <a:endParaRPr lang="en-US" altLang="zh-SG" sz="2400" dirty="0"/>
          </a:p>
          <a:p>
            <a:endParaRPr lang="en-US" altLang="zh-SG" sz="2400" dirty="0"/>
          </a:p>
          <a:p>
            <a:r>
              <a:rPr lang="zh-SG" altLang="zh-SG" sz="2400" dirty="0"/>
              <a:t>You may use AI tools to brainstorm, but the final reasoning and write-up </a:t>
            </a:r>
            <a:r>
              <a:rPr lang="zh-SG" altLang="zh-SG" sz="2400" dirty="0">
                <a:solidFill>
                  <a:srgbClr val="FF0000"/>
                </a:solidFill>
              </a:rPr>
              <a:t>must be your own</a:t>
            </a:r>
            <a:r>
              <a:rPr lang="zh-SG" altLang="zh-SG" sz="2400" dirty="0"/>
              <a:t>.</a:t>
            </a:r>
            <a:endParaRPr lang="en-US" altLang="zh-SG" sz="2400" dirty="0"/>
          </a:p>
          <a:p>
            <a:endParaRPr lang="en-US" altLang="zh-SG" sz="2400" dirty="0"/>
          </a:p>
          <a:p>
            <a:r>
              <a:rPr lang="zh-SG" altLang="zh-SG" sz="2400" dirty="0"/>
              <a:t>Violations will be handled according to the School’s academic</a:t>
            </a:r>
            <a:r>
              <a:rPr lang="en-US" altLang="zh-SG" sz="2400" dirty="0"/>
              <a:t> </a:t>
            </a:r>
            <a:r>
              <a:rPr lang="zh-SG" altLang="zh-SG" sz="2400" dirty="0"/>
              <a:t>integrity policy.</a:t>
            </a:r>
            <a:endParaRPr lang="en-US" altLang="zh-SG" sz="2400" dirty="0"/>
          </a:p>
          <a:p>
            <a:endParaRPr lang="en-US" altLang="zh-SG" dirty="0"/>
          </a:p>
          <a:p>
            <a:endParaRPr lang="zh-SG" altLang="zh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4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0F9F-2C3A-1EEC-BA55-AF1DCDE3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0D4CC-A374-0C4B-CC84-5F230504D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87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91F1-D288-FA76-5DBF-6715D6E3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and Concentration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D602A-7D6C-739A-4589-1666D23EA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12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B8A9-EC37-D8BC-A6BA-4E82C8AE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3B94-FEDD-AADF-EE17-078282E0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F0529-1645-E59A-C880-556BF55C53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is the probability that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occurs.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F0529-1645-E59A-C880-556BF55C5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035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66B9-0D29-1B71-490A-6DDBA89D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8B20-48CB-2F21-4392-5E2775E0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B2A041-DEC6-43FC-933C-A3BB95CA2A05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E5DFBD1-2494-C7E1-D5F8-5C0E6DDB14A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386AAA3-B546-A525-22E6-C0FEA421B24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995D9F-BAB9-17FD-F09F-C63B87C41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530840-347E-1BFD-611F-D11FF88D4572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67B9BA-1AAD-690A-9132-AA2282C57B10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073CF2-7CE2-07AC-BE95-70AAA68DFFEA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408BCCB-E46E-9CD0-8FB0-D332DFC3D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D1E4CD-1618-7AE4-8330-0BD7BC33D791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A0E460-84F0-80BD-F00B-C121701F7102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AFDCA6E-FA80-45E4-F546-6BCDEFCDAB83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D2D28E-560E-6ACF-775F-407A86A82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E4F643-8A77-F186-575F-FD6665F46EC2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1B13949-75F9-A6F4-591B-3E2F9EB69F9A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08C44C-C8ED-9049-FC64-8365561ED74F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283B7D9-94A0-4975-15C7-9A91DD864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2DC59B8-6BFA-AE9F-4D7E-278D02CC8D07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C22CB60-0F05-7A77-AAEA-062F120ACA1B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F0EA87-D199-B768-92F4-4F18DB54B73E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2DC796-4171-167F-DB11-7B8DC8818423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0D407-4000-4EDD-C720-3535EC891A0B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D539B6-7C2F-85A8-426E-EC9C24624D57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449BB9-ACB2-5717-1F63-D9D85F504E36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7A6CAE7-0BBF-9CE6-98E2-F60E9A5B845C}"/>
              </a:ext>
            </a:extLst>
          </p:cNvPr>
          <p:cNvSpPr/>
          <p:nvPr/>
        </p:nvSpPr>
        <p:spPr>
          <a:xfrm>
            <a:off x="5050422" y="1828582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9C5F8A-BA7E-A0D7-6853-1B7B33DB71D9}"/>
              </a:ext>
            </a:extLst>
          </p:cNvPr>
          <p:cNvSpPr txBox="1"/>
          <p:nvPr/>
        </p:nvSpPr>
        <p:spPr>
          <a:xfrm>
            <a:off x="1372713" y="2327071"/>
            <a:ext cx="4307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is the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probability</a:t>
            </a:r>
            <a:r>
              <a:rPr lang="en-US" dirty="0">
                <a:latin typeface="+mn-lt"/>
              </a:rPr>
              <a:t> that the ball is in bin #2?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6340C7-1303-9399-FEEB-CCE223F80C93}"/>
              </a:ext>
            </a:extLst>
          </p:cNvPr>
          <p:cNvCxnSpPr>
            <a:cxnSpLocks/>
          </p:cNvCxnSpPr>
          <p:nvPr/>
        </p:nvCxnSpPr>
        <p:spPr>
          <a:xfrm>
            <a:off x="2247900" y="3369276"/>
            <a:ext cx="2970462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93B3D5-1495-E6B4-11C2-262F512681C6}"/>
                  </a:ext>
                </a:extLst>
              </p:cNvPr>
              <p:cNvSpPr txBox="1"/>
              <p:nvPr/>
            </p:nvSpPr>
            <p:spPr>
              <a:xfrm>
                <a:off x="3578311" y="3298392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93B3D5-1495-E6B4-11C2-262F51268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311" y="3298392"/>
                <a:ext cx="477392" cy="584775"/>
              </a:xfrm>
              <a:prstGeom prst="rect">
                <a:avLst/>
              </a:prstGeom>
              <a:blipFill>
                <a:blip r:embed="rId2"/>
                <a:stretch>
                  <a:fillRect l="-15385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30A2CD-86E6-3C99-A043-9F804F9AF7DE}"/>
                  </a:ext>
                </a:extLst>
              </p:cNvPr>
              <p:cNvSpPr txBox="1"/>
              <p:nvPr/>
            </p:nvSpPr>
            <p:spPr>
              <a:xfrm>
                <a:off x="2586681" y="3790835"/>
                <a:ext cx="263168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30A2CD-86E6-3C99-A043-9F804F9AF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81" y="3790835"/>
                <a:ext cx="2631681" cy="584775"/>
              </a:xfrm>
              <a:prstGeom prst="rect">
                <a:avLst/>
              </a:prstGeom>
              <a:blipFill>
                <a:blip r:embed="rId3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46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0891-7F77-A660-2B6F-C3782C23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7F4D-DC6A-7A17-B461-44779666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B696F-8D85-74EC-0DEC-19C0441E8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is the probability that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occurs.</a:t>
                </a:r>
              </a:p>
              <a:p>
                <a:endParaRPr lang="en-US" dirty="0"/>
              </a:p>
              <a:p>
                <a:r>
                  <a:rPr lang="en-US" dirty="0"/>
                  <a:t>Two events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are independent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B696F-8D85-74EC-0DEC-19C0441E8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17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B230-A4A7-6655-59B3-AFA5A33F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DE12-AA7B-FBDB-1F12-116F038A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A4DD1B-358A-5DEA-1F49-236563CED3EE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0E2AA4-6D09-07C1-4CF4-2823BB698F9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62FA25B-7BC1-BB37-75E9-C67B48DB3A04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7B3B5-6BFA-2B8E-8135-646BC9184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0B9EF1-436A-AE88-AD6E-3030C472F4AA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7A7A7F-5F2C-03BF-C3B3-68A92523D110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B009FF7-6CE9-68A0-8A2F-A095D94E8BB5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6743510-A7B9-4F55-2315-4866BB6F6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9F08BF-4F4A-032D-6A1A-53FAE4C97C8B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AB355BE-D2C3-D134-F677-CA1BB6C1E9A7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CF442B-BFDA-DB2F-0716-4E5E46BA9260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9AD2C39-F0E4-373B-B858-C5419ED40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CE5DFE-B0D5-16DA-A4D6-4D7437FB8A25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37D1C9B-54C0-DEAF-373D-B7A5C003AEE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524B7D-B812-64A9-7573-560E4C4A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3507F3-C407-07FF-DBC7-8EC35C7F52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5C2746B-C04F-D2C0-FF20-D3955F1F40DF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26747E-9B75-8140-6537-C76F733AA387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BF63DD-9105-CDB5-40CA-C5B649611859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67798-078E-6CE7-1353-6A8462307AD3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D0B921-58AB-4158-5945-D7CA91D25287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D54541-A3D4-C0DE-6AC3-8131639DD244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BA6717-4B91-3965-CDEA-5CE95C7C6E8B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EE008F-0067-2D74-07F8-A415FB1E9B02}"/>
              </a:ext>
            </a:extLst>
          </p:cNvPr>
          <p:cNvSpPr/>
          <p:nvPr/>
        </p:nvSpPr>
        <p:spPr>
          <a:xfrm>
            <a:off x="5050422" y="1828582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953D0D-DE4A-3F8A-32ED-296C6B71DC40}"/>
              </a:ext>
            </a:extLst>
          </p:cNvPr>
          <p:cNvSpPr txBox="1"/>
          <p:nvPr/>
        </p:nvSpPr>
        <p:spPr>
          <a:xfrm>
            <a:off x="1372713" y="2327071"/>
            <a:ext cx="4307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The ball is in bin #2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E406AA-1615-3868-774A-6B83F43DBB74}"/>
              </a:ext>
            </a:extLst>
          </p:cNvPr>
          <p:cNvCxnSpPr>
            <a:cxnSpLocks/>
          </p:cNvCxnSpPr>
          <p:nvPr/>
        </p:nvCxnSpPr>
        <p:spPr>
          <a:xfrm>
            <a:off x="1869268" y="2911846"/>
            <a:ext cx="318115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90A53-5B71-508D-E967-F16EA5A5001E}"/>
                  </a:ext>
                </a:extLst>
              </p:cNvPr>
              <p:cNvSpPr txBox="1"/>
              <p:nvPr/>
            </p:nvSpPr>
            <p:spPr>
              <a:xfrm>
                <a:off x="3200400" y="2931582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90A53-5B71-508D-E967-F16EA5A50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931582"/>
                <a:ext cx="477392" cy="584775"/>
              </a:xfrm>
              <a:prstGeom prst="rect">
                <a:avLst/>
              </a:prstGeom>
              <a:blipFill>
                <a:blip r:embed="rId2"/>
                <a:stretch>
                  <a:fillRect l="-1842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1E00666-11DD-CDF3-3F0E-8E41EBAA2234}"/>
              </a:ext>
            </a:extLst>
          </p:cNvPr>
          <p:cNvSpPr txBox="1"/>
          <p:nvPr/>
        </p:nvSpPr>
        <p:spPr>
          <a:xfrm>
            <a:off x="6586209" y="2351782"/>
            <a:ext cx="4307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The ball is in bin #5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5E2AC1-1BD9-9E23-AE80-5CAA8A9EF1C4}"/>
              </a:ext>
            </a:extLst>
          </p:cNvPr>
          <p:cNvCxnSpPr>
            <a:cxnSpLocks/>
          </p:cNvCxnSpPr>
          <p:nvPr/>
        </p:nvCxnSpPr>
        <p:spPr>
          <a:xfrm>
            <a:off x="7120393" y="2946969"/>
            <a:ext cx="323045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C358C6-7F0E-AA2E-19E1-C8AE634DE56F}"/>
                  </a:ext>
                </a:extLst>
              </p:cNvPr>
              <p:cNvSpPr txBox="1"/>
              <p:nvPr/>
            </p:nvSpPr>
            <p:spPr>
              <a:xfrm>
                <a:off x="8735618" y="2958522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C358C6-7F0E-AA2E-19E1-C8AE634D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618" y="2958522"/>
                <a:ext cx="477392" cy="584775"/>
              </a:xfrm>
              <a:prstGeom prst="rect">
                <a:avLst/>
              </a:prstGeom>
              <a:blipFill>
                <a:blip r:embed="rId3"/>
                <a:stretch>
                  <a:fillRect l="-15385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4954664-52C8-6858-72C9-688DB79DD757}"/>
                  </a:ext>
                </a:extLst>
              </p:cNvPr>
              <p:cNvSpPr txBox="1"/>
              <p:nvPr/>
            </p:nvSpPr>
            <p:spPr>
              <a:xfrm>
                <a:off x="2990963" y="3814283"/>
                <a:ext cx="69331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I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+mn-lt"/>
                  </a:rPr>
                  <a:t>, they are </a:t>
                </a:r>
                <a:r>
                  <a:rPr lang="en-US" sz="2400" dirty="0">
                    <a:solidFill>
                      <a:schemeClr val="accent5"/>
                    </a:solidFill>
                    <a:latin typeface="+mn-lt"/>
                  </a:rPr>
                  <a:t>not </a:t>
                </a:r>
                <a:r>
                  <a:rPr lang="en-US" sz="2400" dirty="0">
                    <a:latin typeface="+mn-lt"/>
                  </a:rPr>
                  <a:t>independent.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4954664-52C8-6858-72C9-688DB79DD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963" y="3814283"/>
                <a:ext cx="6933170" cy="461665"/>
              </a:xfrm>
              <a:prstGeom prst="rect">
                <a:avLst/>
              </a:prstGeom>
              <a:blipFill>
                <a:blip r:embed="rId4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32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7C24-D598-679B-D051-E066E1AB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15DC-566B-0418-FC2B-828DB912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38CE0-3787-A369-B28D-99C4079F7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5"/>
                    </a:solidFill>
                  </a:rPr>
                  <a:t>expectation</a:t>
                </a:r>
                <a:r>
                  <a:rPr lang="en-US" dirty="0"/>
                  <a:t> of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IN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38CE0-3787-A369-B28D-99C4079F7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7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520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DEFD-F4FA-0B66-438C-438CE36A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D35B-FFC5-9955-E120-60F1B249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282777-706C-DFD7-24DE-53628675E655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14D3E6-2235-9CDB-DDD7-650BCABED0E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89BB0-4F9B-7701-7A7D-EF8582938CE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05AE38-B4BF-2181-57F0-046D9ED1A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867309-2807-45A2-91D3-1A5AC165C853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BF72F22-6286-2D98-1044-F42FC377637F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8BB356-669A-7931-266F-450C334D1041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79FAB1-816C-091A-BA5F-F3AABB7B3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5C73EB-672E-B0C0-2020-F10F6DE52168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D0FC3A-C3BF-CD37-49B1-AE276C32F907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54134A-D3D3-EF84-88C7-F2A48CC5E926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7F2B03-6C42-78B9-47FD-1CC145F2B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BE7B37-9053-B323-890D-8D76B63CE386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F4F8F5-B003-E8BB-A556-311E5A1EB832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8560D3-0C9C-ED41-8ABB-268EC0F9CF78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D4E61B-62AB-9BC4-6737-73DF9D142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496C69D4-54FD-5E0F-3E2B-ED040D06F748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E5F091-0C8C-B5DB-D3CC-D2B67B63C70D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550AD3-F4EC-D65A-4B03-6519CD164BB0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986397-45B4-466F-717A-95381A59C1A6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69984B-B145-9266-5B4C-F1D62980076D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028E2-F0B4-2DA2-2016-AA5E78DAC624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1891DC-430D-C452-5F94-684C2106E8C0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3B646D6-779C-B069-0D98-B290635F4C9A}"/>
              </a:ext>
            </a:extLst>
          </p:cNvPr>
          <p:cNvSpPr/>
          <p:nvPr/>
        </p:nvSpPr>
        <p:spPr>
          <a:xfrm>
            <a:off x="5050422" y="1828582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B9AF84-0C01-0285-1508-5B77596884C3}"/>
              </a:ext>
            </a:extLst>
          </p:cNvPr>
          <p:cNvSpPr txBox="1"/>
          <p:nvPr/>
        </p:nvSpPr>
        <p:spPr>
          <a:xfrm>
            <a:off x="1587844" y="2701826"/>
            <a:ext cx="45019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is the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expected</a:t>
            </a:r>
            <a:r>
              <a:rPr lang="en-US" dirty="0">
                <a:latin typeface="+mn-lt"/>
              </a:rPr>
              <a:t> number of balls in bin #2?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0E3F64-8076-3963-43AE-33CB7F5C5CD9}"/>
              </a:ext>
            </a:extLst>
          </p:cNvPr>
          <p:cNvCxnSpPr>
            <a:cxnSpLocks/>
          </p:cNvCxnSpPr>
          <p:nvPr/>
        </p:nvCxnSpPr>
        <p:spPr>
          <a:xfrm>
            <a:off x="1752600" y="3721334"/>
            <a:ext cx="4114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627D6F-978A-D5E9-1E89-2C242715E689}"/>
                  </a:ext>
                </a:extLst>
              </p:cNvPr>
              <p:cNvSpPr txBox="1"/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627D6F-978A-D5E9-1E89-2C242715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blipFill>
                <a:blip r:embed="rId2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0D407B-BB30-A74F-FFBF-63533348A625}"/>
                  </a:ext>
                </a:extLst>
              </p:cNvPr>
              <p:cNvSpPr txBox="1"/>
              <p:nvPr/>
            </p:nvSpPr>
            <p:spPr>
              <a:xfrm>
                <a:off x="7145521" y="2844225"/>
                <a:ext cx="25537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0D407B-BB30-A74F-FFBF-63533348A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521" y="2844225"/>
                <a:ext cx="2553729" cy="584775"/>
              </a:xfrm>
              <a:prstGeom prst="rect">
                <a:avLst/>
              </a:prstGeom>
              <a:blipFill>
                <a:blip r:embed="rId3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0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AB8B-7391-F52E-A27B-B6960BD9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A8572-52F9-438A-C0FF-0B454630C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5"/>
                    </a:solidFill>
                  </a:rPr>
                  <a:t>expectation</a:t>
                </a:r>
                <a:r>
                  <a:rPr lang="en-US" dirty="0"/>
                  <a:t> of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IN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5"/>
                    </a:solidFill>
                  </a:rPr>
                  <a:t>variance</a:t>
                </a:r>
                <a:r>
                  <a:rPr lang="en-US" dirty="0"/>
                  <a:t> of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A8572-52F9-438A-C0FF-0B454630C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732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78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8302-5729-C0ED-5936-9B188B51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DE62-D2F2-E220-18EB-F82B3A6D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3B4632-64FB-CF5D-5AD7-0EEDE65063C3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6893CD-F35C-21C7-290D-8E63E0AFE22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9C88A7E-43FF-504C-D9A0-77C293AE7C5D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C13DE0-13F4-0DC9-199D-12707C03F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578198-205F-CD27-E142-79592D8A33F5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900F5EE-0911-AFB3-66A3-69966A0954CF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30FB87-9A1A-AAB1-B3F2-2568A4EE593D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8CECC6C-A74C-628C-697D-2CE956CE0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B214D2-EAB0-BEC1-1526-B762FC2EBA89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741485-E316-769D-01DC-F702241FE4F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4F156D-6D11-7C6C-C548-E6E08176B3A8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481C99-50AD-37FF-120F-D6030A6572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3674F7-0992-E0D1-4F81-E761F368C6BE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F3AE5DA-AA20-BF06-ACE4-E7489E7CFA8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F189FAA-83E6-C049-84B9-34E3FFEC34E0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8728958-028E-020B-02D3-B7EB47CCEE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AFB39522-BB6A-FED1-B715-B92DE0F131A2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737A3D-695B-6B3D-09FB-0AD2899D9AA7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B25FED-4ACF-5664-84F3-A89A971FCE77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B1A5B7-CBBF-E958-B692-DEAB72B1811A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A890A7-0122-FE12-B2A8-9912D940E364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2D6511-9C3E-6D53-9885-A4A05900B8FF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F07FB5-08BC-3BB3-FF9F-E2086EE91251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5609A7-9A8A-464E-A7CF-C314856D9BA9}"/>
              </a:ext>
            </a:extLst>
          </p:cNvPr>
          <p:cNvSpPr/>
          <p:nvPr/>
        </p:nvSpPr>
        <p:spPr>
          <a:xfrm>
            <a:off x="5050422" y="1828582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225B34-F683-0CCA-3B04-80EFEC6114CC}"/>
              </a:ext>
            </a:extLst>
          </p:cNvPr>
          <p:cNvSpPr txBox="1"/>
          <p:nvPr/>
        </p:nvSpPr>
        <p:spPr>
          <a:xfrm>
            <a:off x="1587844" y="2701826"/>
            <a:ext cx="45019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is the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expected</a:t>
            </a:r>
            <a:r>
              <a:rPr lang="en-US" dirty="0">
                <a:latin typeface="+mn-lt"/>
              </a:rPr>
              <a:t> number of balls in bin #2?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E23C2B-9EE2-1F6F-776E-AB827441F71B}"/>
              </a:ext>
            </a:extLst>
          </p:cNvPr>
          <p:cNvCxnSpPr>
            <a:cxnSpLocks/>
          </p:cNvCxnSpPr>
          <p:nvPr/>
        </p:nvCxnSpPr>
        <p:spPr>
          <a:xfrm>
            <a:off x="1752600" y="3721334"/>
            <a:ext cx="4114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D8E795-234B-B49B-A325-77FCED10D0D7}"/>
                  </a:ext>
                </a:extLst>
              </p:cNvPr>
              <p:cNvSpPr txBox="1"/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D8E795-234B-B49B-A325-77FCED10D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blipFill>
                <a:blip r:embed="rId2"/>
                <a:stretch>
                  <a:fillRect l="-1842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47B0CB-0CC8-7C9D-3B94-DF211A8FA37D}"/>
                  </a:ext>
                </a:extLst>
              </p:cNvPr>
              <p:cNvSpPr txBox="1"/>
              <p:nvPr/>
            </p:nvSpPr>
            <p:spPr>
              <a:xfrm>
                <a:off x="7145521" y="2844225"/>
                <a:ext cx="405587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−1/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47B0CB-0CC8-7C9D-3B94-DF211A8F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521" y="2844225"/>
                <a:ext cx="4055879" cy="1077218"/>
              </a:xfrm>
              <a:prstGeom prst="rect">
                <a:avLst/>
              </a:prstGeom>
              <a:blipFill>
                <a:blip r:embed="rId3"/>
                <a:stretch>
                  <a:fillRect l="-623" b="-11765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A68B870-60DB-C8D5-9CDD-165190B770CC}"/>
                  </a:ext>
                </a:extLst>
              </p14:cNvPr>
              <p14:cNvContentPartPr/>
              <p14:nvPr/>
            </p14:nvContentPartPr>
            <p14:xfrm>
              <a:off x="6904440" y="442080"/>
              <a:ext cx="3818520" cy="25254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A68B870-60DB-C8D5-9CDD-165190B770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95080" y="432720"/>
                <a:ext cx="3837240" cy="254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95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8BA6-FF2A-B596-1F8A-632A8FC1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83E7-4FAB-F65B-98E8-EF8BE5DF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8CF2D-8E44-ED95-9C1D-F7232DBCA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r>
                  <a:rPr lang="zh-SG" altLang="zh-SG" b="1" dirty="0"/>
                  <a:t>Linearity of expectation: </a:t>
                </a:r>
                <a:r>
                  <a:rPr lang="en-US" dirty="0"/>
                  <a:t>For two random variables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:r>
                  <a:rPr lang="zh-SG" altLang="zh-SG" dirty="0"/>
                  <a:t>the expectation of a sum equals the sum of the expectations.</a:t>
                </a:r>
                <a:endParaRPr lang="en-US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Two random variables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are independent if the value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70AD47"/>
                    </a:solidFill>
                  </a:rPr>
                  <a:t> </a:t>
                </a:r>
                <a:r>
                  <a:rPr lang="en-US" dirty="0"/>
                  <a:t>does not affect the probability for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are independent, then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70AD47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8CF2D-8E44-ED95-9C1D-F7232DBCA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086" t="-2078" r="-1206" b="-2078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DDCE75C-78EC-5ECD-D748-153EF9175D99}"/>
                  </a:ext>
                </a:extLst>
              </p14:cNvPr>
              <p14:cNvContentPartPr/>
              <p14:nvPr/>
            </p14:nvContentPartPr>
            <p14:xfrm>
              <a:off x="3001680" y="3371040"/>
              <a:ext cx="9137160" cy="3402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DDCE75C-78EC-5ECD-D748-153EF9175D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2320" y="3361680"/>
                <a:ext cx="9155880" cy="34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76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FCE1-4046-069D-3064-387300FC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DAB4-FC91-703B-AF4C-B17F2CC6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53C01E-929F-4287-A315-B4FA3FB309F0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EA6A9DF-8C32-8FA6-F595-BA9CFF41167D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D9410A-69BB-5092-C85A-9A60034083EF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FB5781-B210-A888-860E-5D841F6A9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DA0EE0-2ED7-B68E-0FDE-771CE1A67E4B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0B67322-D1AF-59DF-60B4-A0DE5F1E0FA5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8FC552-A765-E967-E4BB-A3C35202C343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A213EE-6911-F7C1-EEBA-D8237E0547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4D6A4D-A861-559B-D492-835962B2FB09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92DA8F3-6250-5545-7120-14A640356E6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78C71A-D995-C799-889A-C0C2228A2BF7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FE4456-7570-EA0E-73B8-3FBDF38FDC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CF3F9C-B294-C220-D6FD-20CC0468C8BF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509C1C-8AC8-0267-111B-FE772A85FE98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C78FF14-5885-58CF-9F4C-5A55EBDC70BF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BC132E6-5857-503A-797D-109B191333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5AC6E5EE-32A2-175F-2254-FCEF36229A4D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39E6BEB-7D72-B7A4-CCA3-9194F90D3023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A3245C-A2E7-65A2-242B-9D70D15A8A57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41DB8-4C53-0C91-C927-1ABF5EA7D539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F5A697-2BD8-9EBE-9858-013E69560BF5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3FC87D-829F-40E9-CB0D-2A49BA910060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6FC394-9CDA-29C6-AFD7-279B7913FFDA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AFB2FEB-52B4-90D4-BE7C-1130F2634A1A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D9D1E2-9E0C-0F3B-5693-0764EBD47391}"/>
              </a:ext>
            </a:extLst>
          </p:cNvPr>
          <p:cNvSpPr txBox="1"/>
          <p:nvPr/>
        </p:nvSpPr>
        <p:spPr>
          <a:xfrm>
            <a:off x="1587844" y="2701826"/>
            <a:ext cx="45019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is the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expected</a:t>
            </a:r>
            <a:r>
              <a:rPr lang="en-US" dirty="0">
                <a:latin typeface="+mn-lt"/>
              </a:rPr>
              <a:t> number of balls in bin #2?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9397F9-01E9-1814-CE2F-EC55E7582D90}"/>
              </a:ext>
            </a:extLst>
          </p:cNvPr>
          <p:cNvCxnSpPr>
            <a:cxnSpLocks/>
          </p:cNvCxnSpPr>
          <p:nvPr/>
        </p:nvCxnSpPr>
        <p:spPr>
          <a:xfrm>
            <a:off x="1752600" y="3721334"/>
            <a:ext cx="4114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28A0A0-27AE-4600-1CB7-0DB708791A46}"/>
                  </a:ext>
                </a:extLst>
              </p:cNvPr>
              <p:cNvSpPr txBox="1"/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28A0A0-27AE-4600-1CB7-0DB708791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14" y="3721335"/>
                <a:ext cx="477392" cy="584775"/>
              </a:xfrm>
              <a:prstGeom prst="rect">
                <a:avLst/>
              </a:prstGeom>
              <a:blipFill>
                <a:blip r:embed="rId2"/>
                <a:stretch>
                  <a:fillRect l="-1842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E8AC6-4816-0765-A804-7543AAC30772}"/>
                  </a:ext>
                </a:extLst>
              </p:cNvPr>
              <p:cNvSpPr txBox="1"/>
              <p:nvPr/>
            </p:nvSpPr>
            <p:spPr>
              <a:xfrm>
                <a:off x="5808517" y="2458878"/>
                <a:ext cx="626401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+mn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  <a:latin typeface="+mn-lt"/>
                  </a:rPr>
                  <a:t> if </a:t>
                </a:r>
                <a:r>
                  <a:rPr lang="en-US" sz="2400" dirty="0">
                    <a:latin typeface="+mn-lt"/>
                  </a:rPr>
                  <a:t>ball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+mn-lt"/>
                  </a:rPr>
                  <a:t> is in bin #2,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SG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SG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SG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SG" sz="2400" dirty="0">
                    <a:solidFill>
                      <a:srgbClr val="00B050"/>
                    </a:solidFill>
                    <a:latin typeface="+mn-lt"/>
                  </a:rPr>
                  <a:t> </a:t>
                </a:r>
                <a:r>
                  <a:rPr lang="en-US" altLang="zh-SG" sz="2400" dirty="0">
                    <a:latin typeface="+mn-lt"/>
                  </a:rPr>
                  <a:t>otherwise.</a:t>
                </a:r>
                <a:endParaRPr lang="en-US" sz="2400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rgbClr val="00B050"/>
                  </a:solidFill>
                  <a:latin typeface="+mn-lt"/>
                </a:endParaRPr>
              </a:p>
              <a:p>
                <a:endParaRPr lang="en-US" sz="2400" i="1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E8AC6-4816-0765-A804-7543AAC30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517" y="2458878"/>
                <a:ext cx="6264013" cy="1938992"/>
              </a:xfrm>
              <a:prstGeom prst="rect">
                <a:avLst/>
              </a:prstGeom>
              <a:blipFill>
                <a:blip r:embed="rId3"/>
                <a:stretch>
                  <a:fillRect l="-607" t="-1948" r="-607" b="-324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E2ECC5E9-7CE4-9E94-57BA-13F60630012C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2D2B05-5695-04AC-832C-E135501F9873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E43083-DF94-DA26-430D-58AB6AA9DBBC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23390D-B988-89D9-48C0-C876EB00A06D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F28EFB-313F-9075-C64A-343BD4200382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266DA1-A848-73C6-58B0-09E4F9E29C7F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768B3-36FF-C2FC-1FEB-8738B28E057D}"/>
              </a:ext>
            </a:extLst>
          </p:cNvPr>
          <p:cNvSpPr txBox="1"/>
          <p:nvPr/>
        </p:nvSpPr>
        <p:spPr>
          <a:xfrm>
            <a:off x="5875453" y="1140378"/>
            <a:ext cx="1268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balls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2E968DE5-1339-4E73-7C88-114D744F2DCE}"/>
                  </a:ext>
                </a:extLst>
              </p14:cNvPr>
              <p14:cNvContentPartPr/>
              <p14:nvPr/>
            </p14:nvContentPartPr>
            <p14:xfrm>
              <a:off x="9887400" y="4330800"/>
              <a:ext cx="208800" cy="2649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2E968DE5-1339-4E73-7C88-114D744F2D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78040" y="4321440"/>
                <a:ext cx="227520" cy="2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526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0E81-84D6-312B-88AB-B659446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577F-3F1D-5101-AD28-E4ADCF7A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5D1E1E-01BA-D4D6-5178-0C1F14C4595E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768B9B-BD77-1399-DB5A-70C930683183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8D15CBA-DD21-74F1-E551-703BABEA5F55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15738BF-FA25-E2EF-57CC-6D8A84FF36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5BF5BD-F3AB-6E94-11B5-308C88D017AD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2C3BD2-1947-B592-4EBC-EEF9170D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E95B3F-1C8C-2783-2EC1-379B9736B8C3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BE19F71-F158-A7FE-F0AD-E1CE8F5C4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49CC7F-18A0-89FF-CCBE-A4BC240C3778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82B4E16-AC29-0519-0CB0-18B448D5541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FD5B4ED-23A3-FA3A-BC16-6F2210BC6A8F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1D4422C-3851-20D0-E84F-E65E3333C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1AE38E-BACB-F525-FE1E-36A8B48DA813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186B5E-BC35-8D7A-F88D-A62CEADD6458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324171-7C39-2F3B-AA2C-BF348A5FA1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20CA08-1DE8-1D31-4CDB-2468E4636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A25C4E27-5B3B-1F16-CB8F-5A17A0E531F5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EDB35C-0E3F-0585-9452-44ADA9C91FA9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42C1B92-4A41-DECD-05D5-B954B2D232B5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2BDB57-491B-E7B3-8D31-C7CFE3AA7BE4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A68991-0FA6-71C6-E4BB-EC3697302D85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C2BB0-29CB-3463-305F-AD7CC927473F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BCC0D4-6061-CD75-A505-9B55CD3FCB47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C4F434-28EC-6EFE-A19B-8C4978E81214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8E93E1-8E65-789C-9F5B-6A1D609F8535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0915AE-3D95-F8DB-2B61-3CE150C742C5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8603DD-D26E-074B-F52D-90A3B277F1FF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E438CF-0EBE-DF63-45F5-66405399E332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F9B0-4674-5FF5-D55B-EED0B808662E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8F1BC1-EC1E-5DDA-4CA6-99134A28C03E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0C0E3-F5D1-C7EB-AB88-8F772250EECD}"/>
              </a:ext>
            </a:extLst>
          </p:cNvPr>
          <p:cNvSpPr txBox="1"/>
          <p:nvPr/>
        </p:nvSpPr>
        <p:spPr>
          <a:xfrm>
            <a:off x="5875453" y="1140378"/>
            <a:ext cx="1268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balls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B5EAB-73F2-49A6-3A38-E87923172BC6}"/>
              </a:ext>
            </a:extLst>
          </p:cNvPr>
          <p:cNvSpPr txBox="1"/>
          <p:nvPr/>
        </p:nvSpPr>
        <p:spPr>
          <a:xfrm>
            <a:off x="2377646" y="3162471"/>
            <a:ext cx="7999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What is the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expected</a:t>
            </a:r>
            <a:r>
              <a:rPr lang="en-US" dirty="0">
                <a:latin typeface="+mn-lt"/>
              </a:rPr>
              <a:t> number of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empty</a:t>
            </a:r>
            <a:r>
              <a:rPr lang="en-US" dirty="0">
                <a:latin typeface="+mn-lt"/>
              </a:rPr>
              <a:t> bins?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8D80E5-2632-314C-19D8-27955443A49A}"/>
                  </a:ext>
                </a:extLst>
              </p:cNvPr>
              <p:cNvSpPr txBox="1"/>
              <p:nvPr/>
            </p:nvSpPr>
            <p:spPr>
              <a:xfrm>
                <a:off x="8649198" y="816361"/>
                <a:ext cx="3250890" cy="1881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SG" sz="2000" dirty="0">
                    <a:latin typeface="+mn-lt"/>
                  </a:rPr>
                  <a:t>Useful Inequality: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SG" sz="1600" dirty="0">
                  <a:latin typeface="+mn-lt"/>
                </a:endParaRPr>
              </a:p>
              <a:p>
                <a:r>
                  <a:rPr kumimoji="1" lang="en-US" altLang="zh-SG" sz="2000" dirty="0">
                    <a:latin typeface="+mn-lt"/>
                  </a:rPr>
                  <a:t>In this course, we will just say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SG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1" lang="zh-SG" alt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8D80E5-2632-314C-19D8-27955443A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198" y="816361"/>
                <a:ext cx="3250890" cy="1881284"/>
              </a:xfrm>
              <a:prstGeom prst="rect">
                <a:avLst/>
              </a:prstGeom>
              <a:blipFill>
                <a:blip r:embed="rId2"/>
                <a:stretch>
                  <a:fillRect l="-1563" t="-2013" r="-1563" b="-67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FFA8756-6A3F-22F7-697A-7029E54D4C37}"/>
                  </a:ext>
                </a:extLst>
              </p14:cNvPr>
              <p14:cNvContentPartPr/>
              <p14:nvPr/>
            </p14:nvContentPartPr>
            <p14:xfrm>
              <a:off x="893160" y="1372680"/>
              <a:ext cx="8767080" cy="29674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FFA8756-6A3F-22F7-697A-7029E54D4C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800" y="1363320"/>
                <a:ext cx="8785800" cy="29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05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F22E-D42C-7939-DB99-979DFC86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Markov’s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8F8024-D94C-32FB-30E9-F8804F546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2984"/>
              </a:xfrm>
            </p:spPr>
            <p:txBody>
              <a:bodyPr/>
              <a:lstStyle/>
              <a:p>
                <a:r>
                  <a:rPr lang="en-US" dirty="0"/>
                  <a:t>For any </a:t>
                </a:r>
                <a:r>
                  <a:rPr lang="en-US" dirty="0">
                    <a:solidFill>
                      <a:schemeClr val="accent5"/>
                    </a:solidFill>
                  </a:rPr>
                  <a:t>non-negative</a:t>
                </a:r>
                <a:r>
                  <a:rPr lang="en-US" dirty="0"/>
                  <a:t>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we have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)≤1/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b="1" dirty="0"/>
                  <a:t>Proof: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)&gt;1/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8F8024-D94C-32FB-30E9-F8804F546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2984"/>
              </a:xfrm>
              <a:blipFill>
                <a:blip r:embed="rId2"/>
                <a:stretch>
                  <a:fillRect l="-1086" t="-205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3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B04-F22E-8E76-17C2-6DA22C51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00DD-9E02-A796-1406-7B8C22A7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7E84E2-8C5B-0EE4-8A7F-1DEB5DB0C36C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73F685-E565-55DE-FA66-13F6AA36BEE8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6963ABA-41B5-7744-CBC9-1A475129FBC4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DAD23D-77F5-5F12-9D5F-7B7FBD3F2C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9EE873-F557-A83C-235B-6D6C19513D59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209A9D0-68A4-4E1C-AD5E-842F403953F7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CA71DB-907D-0C32-8B52-FD99989454FE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36B444-92BF-94FD-14EB-DD0F7D4580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8691C7-36D5-7052-C07C-7A0A4EEFFA3F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3C13729-5597-20D2-0539-CEB954337F55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0CEB5E-4B2E-3932-2FA5-EDC79556FA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810E2A5-5812-0313-6426-F8EF14BA62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209602-8996-FD5F-5F77-E5C0FE3E186F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287D42-8A8E-0D14-F4E3-5B1C5DCCED4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214C6D2-2341-2893-78E3-4A6FF6441FDE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AFCA29-CB8A-AE8A-FDEA-DBC55459BD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A25C1DA6-39A0-7017-B5DF-02E6E688A1A1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A20D3D-AC65-1D7A-BFE2-921B25B1474E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296394-DA0A-D038-4FDD-FFF4EFD77D01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609017-2DB5-8ADB-8ACD-6698298F9668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CBECE-9994-72F4-968B-A4F85A7EF7CE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31442E-0EA0-C6D0-F0F7-8D3F2BBF1DD1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207CFC-06D2-A927-D2AF-EC6E20D2A362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1045CD-CBE1-FD1D-CD3D-566550191DC5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0E72AA-071D-799C-23E6-F36821FDED4F}"/>
                  </a:ext>
                </a:extLst>
              </p:cNvPr>
              <p:cNvSpPr txBox="1"/>
              <p:nvPr/>
            </p:nvSpPr>
            <p:spPr>
              <a:xfrm>
                <a:off x="912135" y="2613084"/>
                <a:ext cx="647926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n-lt"/>
                  </a:rPr>
                  <a:t>What is the </a:t>
                </a:r>
                <a:r>
                  <a:rPr lang="en-US" dirty="0">
                    <a:solidFill>
                      <a:schemeClr val="accent5"/>
                    </a:solidFill>
                    <a:latin typeface="+mn-lt"/>
                  </a:rPr>
                  <a:t>probability </a:t>
                </a:r>
                <a:r>
                  <a:rPr lang="en-US" dirty="0">
                    <a:latin typeface="+mn-lt"/>
                  </a:rPr>
                  <a:t>that the number of balls in bin #2 is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0E72AA-071D-799C-23E6-F36821FDE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35" y="2613084"/>
                <a:ext cx="6479265" cy="1077218"/>
              </a:xfrm>
              <a:prstGeom prst="rect">
                <a:avLst/>
              </a:prstGeom>
              <a:blipFill>
                <a:blip r:embed="rId2"/>
                <a:stretch>
                  <a:fillRect l="-2153" t="-6977" r="-1957" b="-1627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EDB082-4DAE-CE4B-3D32-E41A41C78B5F}"/>
              </a:ext>
            </a:extLst>
          </p:cNvPr>
          <p:cNvCxnSpPr>
            <a:cxnSpLocks/>
          </p:cNvCxnSpPr>
          <p:nvPr/>
        </p:nvCxnSpPr>
        <p:spPr>
          <a:xfrm>
            <a:off x="1067830" y="3581400"/>
            <a:ext cx="4114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94C01-E02F-B5B5-4046-ADEA166B2B54}"/>
                  </a:ext>
                </a:extLst>
              </p:cNvPr>
              <p:cNvSpPr txBox="1"/>
              <p:nvPr/>
            </p:nvSpPr>
            <p:spPr>
              <a:xfrm>
                <a:off x="3049030" y="3568125"/>
                <a:ext cx="477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94C01-E02F-B5B5-4046-ADEA166B2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030" y="3568125"/>
                <a:ext cx="477392" cy="584775"/>
              </a:xfrm>
              <a:prstGeom prst="rect">
                <a:avLst/>
              </a:prstGeom>
              <a:blipFill>
                <a:blip r:embed="rId3"/>
                <a:stretch>
                  <a:fillRect l="-1842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BB4AF9-3198-A10A-7398-9E144A2A1B69}"/>
                  </a:ext>
                </a:extLst>
              </p:cNvPr>
              <p:cNvSpPr txBox="1"/>
              <p:nvPr/>
            </p:nvSpPr>
            <p:spPr>
              <a:xfrm>
                <a:off x="7324725" y="2765852"/>
                <a:ext cx="409575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b="0" dirty="0">
                  <a:solidFill>
                    <a:srgbClr val="00B050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N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≤1/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BB4AF9-3198-A10A-7398-9E144A2A1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725" y="2765852"/>
                <a:ext cx="4095750" cy="830997"/>
              </a:xfrm>
              <a:prstGeom prst="rect">
                <a:avLst/>
              </a:prstGeom>
              <a:blipFill>
                <a:blip r:embed="rId4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A6E141E-F759-B43B-CB13-D4E9512A37D4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6CDB61-EE08-1CA2-6A4D-01433DA073FE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7B36FA-48E8-A247-B984-7D7F37794D6E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BD623E-3982-175E-F501-F8EA3B95BBA0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76BC91-A602-A24D-23F5-B2FB82D9F73F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B75BFB-ECFA-6948-1991-98A9734E90F6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B282A-EF97-EF9D-06CC-9BB57FD206D3}"/>
              </a:ext>
            </a:extLst>
          </p:cNvPr>
          <p:cNvSpPr txBox="1"/>
          <p:nvPr/>
        </p:nvSpPr>
        <p:spPr>
          <a:xfrm>
            <a:off x="5875453" y="1140378"/>
            <a:ext cx="1268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balls</a:t>
            </a:r>
          </a:p>
        </p:txBody>
      </p:sp>
    </p:spTree>
    <p:extLst>
      <p:ext uri="{BB962C8B-B14F-4D97-AF65-F5344CB8AC3E}">
        <p14:creationId xmlns:p14="http://schemas.microsoft.com/office/powerpoint/2010/main" val="420445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DDEA-8B39-0DAE-12E4-0B383FC2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7703-A3DE-C345-4D65-B09EB48B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Markov’s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5F595-56B3-8A40-D246-D46708B5D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2984"/>
              </a:xfrm>
            </p:spPr>
            <p:txBody>
              <a:bodyPr/>
              <a:lstStyle/>
              <a:p>
                <a:r>
                  <a:rPr lang="en-US" dirty="0"/>
                  <a:t>For any non-negative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we have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)≤1/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b="1" dirty="0"/>
                  <a:t>Proof: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)&gt;1/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altLang="zh-SG" dirty="0"/>
                  <a:t>If</a:t>
                </a:r>
                <a:r>
                  <a:rPr lang="zh-SG" altLang="zh-SG" dirty="0"/>
                  <a:t> a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randomized</a:t>
                </a:r>
                <a:r>
                  <a:rPr lang="zh-SG" altLang="zh-SG" dirty="0"/>
                  <a:t> algorithm has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expected</a:t>
                </a:r>
                <a:r>
                  <a:rPr lang="zh-SG" altLang="zh-SG" dirty="0"/>
                  <a:t> running time </a:t>
                </a:r>
                <a14:m>
                  <m:oMath xmlns:m="http://schemas.openxmlformats.org/officeDocument/2006/math">
                    <m:r>
                      <a:rPr lang="en-US" altLang="zh-SG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then the probability that the running time is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is at least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/10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5F595-56B3-8A40-D246-D46708B5D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2984"/>
              </a:xfrm>
              <a:blipFill>
                <a:blip r:embed="rId2"/>
                <a:stretch>
                  <a:fillRect l="-1086" t="-205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36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1288-5CEF-26B4-0B00-4CC63189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Chebyshev’s Inequality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45379D-334C-B7D7-0551-AE5FBBAB25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69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its </a:t>
                </a:r>
                <a:r>
                  <a:rPr lang="en-US" dirty="0">
                    <a:solidFill>
                      <a:schemeClr val="accent5"/>
                    </a:solidFill>
                  </a:rPr>
                  <a:t>variance</a:t>
                </a:r>
                <a:r>
                  <a:rPr lang="en-US" dirty="0"/>
                  <a:t>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𝔼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≤1/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dirty="0"/>
                  <a:t>For two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their </a:t>
                </a:r>
                <a:r>
                  <a:rPr lang="en-US" dirty="0">
                    <a:solidFill>
                      <a:schemeClr val="accent5"/>
                    </a:solidFill>
                  </a:rPr>
                  <a:t>covariance</a:t>
                </a:r>
                <a:r>
                  <a:rPr lang="en-US" dirty="0"/>
                  <a:t> is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are independent.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45379D-334C-B7D7-0551-AE5FBBAB25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6966"/>
              </a:xfrm>
              <a:blipFill>
                <a:blip r:embed="rId2"/>
                <a:stretch>
                  <a:fillRect l="-1086" t="-2100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4E7A150-5F31-E9B9-D5EC-6AB2B5E5122D}"/>
                  </a:ext>
                </a:extLst>
              </p14:cNvPr>
              <p14:cNvContentPartPr/>
              <p14:nvPr/>
            </p14:nvContentPartPr>
            <p14:xfrm>
              <a:off x="2233080" y="3062880"/>
              <a:ext cx="5604840" cy="1746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4E7A150-5F31-E9B9-D5EC-6AB2B5E512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3720" y="3053520"/>
                <a:ext cx="5623560" cy="1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57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B95E-F10D-6DA1-588C-C5B46FAE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Chebyshev’s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86A44-20F7-3434-6935-FDB1C1BB1E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3251" y="1981200"/>
                <a:ext cx="11734800" cy="4351338"/>
              </a:xfrm>
            </p:spPr>
            <p:txBody>
              <a:bodyPr/>
              <a:lstStyle/>
              <a:p>
                <a:r>
                  <a:rPr lang="en-US" dirty="0"/>
                  <a:t>Given several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we have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b="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Var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Cov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When they are </a:t>
                </a:r>
                <a:r>
                  <a:rPr lang="en-US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pairwise</a:t>
                </a:r>
                <a:r>
                  <a:rPr lang="en-US" dirty="0">
                    <a:ea typeface="Cambria Math" panose="02040503050406030204" pitchFamily="18" charset="0"/>
                  </a:rPr>
                  <a:t> independent,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ra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≤1/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86A44-20F7-3434-6935-FDB1C1BB1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251" y="1981200"/>
                <a:ext cx="11734800" cy="4351338"/>
              </a:xfrm>
              <a:blipFill>
                <a:blip r:embed="rId2"/>
                <a:stretch>
                  <a:fillRect l="-973" t="-16618" b="-10204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DC27208-2F3D-EDE7-B6AA-4A60583BA4BD}"/>
                  </a:ext>
                </a:extLst>
              </p14:cNvPr>
              <p14:cNvContentPartPr/>
              <p14:nvPr/>
            </p14:nvContentPartPr>
            <p14:xfrm>
              <a:off x="3550320" y="57960"/>
              <a:ext cx="7989840" cy="41216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DC27208-2F3D-EDE7-B6AA-4A60583BA4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960" y="48600"/>
                <a:ext cx="8008560" cy="414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07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7A5A-74A2-DEAC-EDFA-B3AB8126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C4C1-46BD-41D1-F477-1491DE7A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D9B0C5-98B3-97F2-D0C1-464E9FAC4F62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85E5F1B-CD41-6B53-23DB-61E4621AABD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219AD9-5DCB-3335-50FE-101A17787E1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B3F2B6-3BA0-EFA7-1BAD-63E11B763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31EB10-C61B-92A3-FF8B-EDDE6E60EF85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E5098A-705E-D23B-FA0E-5A8B3A9807E0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DAE626E-60FD-9C15-7E34-987ADB8B0D6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908E16-0298-2F92-9DF5-CFF1D6CD6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FBEC32-C3D5-7C40-B1C0-4C3C93C88F1F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3358B93-12C7-37FE-78F0-D038E042F66D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916CD70-981C-6AF0-262A-4223FAD82727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914EA7D-6679-AE25-ECD9-0F5420FA3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5B505C-356A-3F44-54F4-D7F264754E09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6B65026-5EFC-B2ED-1E21-538518CA1818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B2291C-2AB4-CCA7-EBB7-D563C8C161C3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0F8A773-F283-F540-5099-C5D4A6432A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F6852DA-66AE-5D07-1946-164C8C25368E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087897-1020-8AB8-C5C4-C720D133F2D4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75C3BFF-5FEA-1B65-557F-FBE38730B109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951F23-3D36-B859-FFE7-0F87B9A6896A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91694-ACDC-8214-3A98-48B70A34781C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FB7C8-8D90-721E-A440-063A41990A65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69F6C-E917-CB2A-43D4-104896885CF4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1C3DEF-3728-A852-63A8-CDF672857403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E79A4C-B19D-1097-F796-9656F199DE27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22A7F0-5973-3C75-AF52-B25324DF2D0C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B1D86E-2E9A-35CC-09E0-BCCD9FC9CA61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E1390A-2675-8142-067F-FF5F1F9C3818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79E41B-EC13-9017-EAB4-B561DA4348CD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3973AC-4EB4-3BB0-9155-C879A788DE37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31098-CACB-ED96-4EC9-5421F7DB7155}"/>
              </a:ext>
            </a:extLst>
          </p:cNvPr>
          <p:cNvSpPr txBox="1"/>
          <p:nvPr/>
        </p:nvSpPr>
        <p:spPr>
          <a:xfrm>
            <a:off x="5875453" y="1140378"/>
            <a:ext cx="1268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balls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3A94E5-5ECA-797B-04C2-4E18851A6EB6}"/>
              </a:ext>
            </a:extLst>
          </p:cNvPr>
          <p:cNvSpPr txBox="1"/>
          <p:nvPr/>
        </p:nvSpPr>
        <p:spPr>
          <a:xfrm>
            <a:off x="1672683" y="2929595"/>
            <a:ext cx="93571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Can we use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Chebyshev’s Inequality </a:t>
            </a:r>
            <a:r>
              <a:rPr lang="en-US" dirty="0">
                <a:latin typeface="+mn-lt"/>
              </a:rPr>
              <a:t>to prove the concentration of the number of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empty</a:t>
            </a:r>
            <a:r>
              <a:rPr lang="en-US" dirty="0">
                <a:latin typeface="+mn-lt"/>
              </a:rPr>
              <a:t> bins?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40DDCC8-6542-F62B-0049-DC716A8752A6}"/>
                  </a:ext>
                </a:extLst>
              </p14:cNvPr>
              <p14:cNvContentPartPr/>
              <p14:nvPr/>
            </p14:nvContentPartPr>
            <p14:xfrm>
              <a:off x="426240" y="299160"/>
              <a:ext cx="11649960" cy="53650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40DDCC8-6542-F62B-0049-DC716A8752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880" y="289800"/>
                <a:ext cx="11668680" cy="538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688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E61D-0342-927C-8DD6-02831939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Chernoff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0E39F-7892-8823-EDC2-E3B2FA352E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be </a:t>
                </a:r>
                <a:r>
                  <a:rPr lang="en-US" dirty="0">
                    <a:solidFill>
                      <a:schemeClr val="accent5"/>
                    </a:solidFill>
                  </a:rPr>
                  <a:t>independent</a:t>
                </a:r>
                <a:r>
                  <a:rPr lang="zh-CN" alt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>
                    <a:solidFill>
                      <a:schemeClr val="accent5"/>
                    </a:solidFill>
                  </a:rPr>
                  <a:t>identically </a:t>
                </a:r>
                <a:r>
                  <a:rPr lang="en-US" altLang="zh-CN" dirty="0">
                    <a:solidFill>
                      <a:schemeClr val="accent5"/>
                    </a:solidFill>
                  </a:rPr>
                  <a:t>distributed</a:t>
                </a:r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/>
                  <a:t>(</a:t>
                </a:r>
                <a:r>
                  <a:rPr lang="en-US" dirty="0" err="1"/>
                  <a:t>iid</a:t>
                </a:r>
                <a:r>
                  <a:rPr lang="en-US" dirty="0"/>
                  <a:t>) random variables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Then for any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altLang="zh-SG" dirty="0"/>
                  <a:t>for any </a:t>
                </a:r>
                <a14:m>
                  <m:oMath xmlns:m="http://schemas.openxmlformats.org/officeDocument/2006/math">
                    <m:r>
                      <a:rPr lang="en-US" altLang="zh-SG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SG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SG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SG" dirty="0"/>
                  <a:t>,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Useful form: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𝛿𝜇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 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𝛿𝜇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0E39F-7892-8823-EDC2-E3B2FA352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7046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46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2B44-0E1E-B5C6-10E2-1DA2C999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29AD-F6E6-D182-4BFD-D5D52406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E706EE-C846-7563-86A1-475A2BBD7E99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ED9CB0-7069-FE79-FD52-69729758989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847229-6BF3-232C-026A-91F3FF480B6A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D49893-8D8F-1AF3-030B-CD1533843D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474ADA-E37A-91FA-8986-86FDC5798F94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473573D-0314-D4D0-11C7-4EE6747C3ED3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DD7FDCA-88B0-CE49-345F-690DC6270AC1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BDA22E-48C3-C23B-199D-5F2E65D12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B1C597-58F2-4A86-F417-D2D3B72998C0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AD3D115-BDAD-3470-33D1-75FB54FF42BC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83A591-D332-72BF-E6D6-3E2DDFC41007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9CA123-A71B-1A0F-7DD0-8F743583F4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C69A92-8EBC-A413-8484-568B1263EE85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7F27A03-B6AF-2D6E-C09E-051D3EAC8239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093D861-7FD9-13A4-4E5D-B6D91EE16074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D00DD1-11FF-267E-87D1-3603C25F3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63E7BE5B-27F4-2CB9-2EFD-B26482BA1650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45AE59-A2E2-639A-A3B4-204812A4CB09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0B9BD7-D02F-D9F2-21E0-E8616C361EA3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1E1B20-6E47-CA11-676C-94AB43E493C8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394B93-4865-2F1B-27D1-809C4F268521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A2E431-BD08-75A6-1A95-C08FDE6A2CE3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13DC9C-B530-C94D-ECCA-320D4C8A4DAA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513E7C-ABD3-BD95-BD56-9ADB0DCF04FD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B9A044-134D-948C-212E-2FCA196249F4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59D122-B2A8-D46E-2C51-F13163BEB82E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97220F-FA46-3FEB-12D7-0DC67390B9C3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15348A-A252-AD90-9830-A84544EE69CE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B79D1B-7AFB-7620-8F87-034B158BC321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73D151-2565-9B54-1A45-D9C717414040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0866C-FC32-FC9D-7DBB-18C2820DF1A2}"/>
                  </a:ext>
                </a:extLst>
              </p:cNvPr>
              <p:cNvSpPr txBox="1"/>
              <p:nvPr/>
            </p:nvSpPr>
            <p:spPr>
              <a:xfrm>
                <a:off x="5172474" y="1140378"/>
                <a:ext cx="26742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balls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0866C-FC32-FC9D-7DBB-18C2820DF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474" y="1140378"/>
                <a:ext cx="2674258" cy="584775"/>
              </a:xfrm>
              <a:prstGeom prst="rect">
                <a:avLst/>
              </a:prstGeom>
              <a:blipFill>
                <a:blip r:embed="rId2"/>
                <a:stretch>
                  <a:fillRect l="-1422" t="-12766" r="-5213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AB665EC-0EED-C8B0-6346-21E78EED4727}"/>
              </a:ext>
            </a:extLst>
          </p:cNvPr>
          <p:cNvSpPr txBox="1"/>
          <p:nvPr/>
        </p:nvSpPr>
        <p:spPr>
          <a:xfrm>
            <a:off x="1796276" y="2737459"/>
            <a:ext cx="7839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Use both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Chebyshev’s Inequality </a:t>
            </a:r>
            <a:r>
              <a:rPr lang="en-US" dirty="0">
                <a:latin typeface="+mn-lt"/>
              </a:rPr>
              <a:t>and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Chernoff’s Bound </a:t>
            </a:r>
            <a:r>
              <a:rPr lang="en-US" dirty="0">
                <a:latin typeface="+mn-lt"/>
              </a:rPr>
              <a:t>to prove the concentration of the number of balls in bin #2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D1B645E-A944-B3EA-087C-6D5BF1CE32EA}"/>
                  </a:ext>
                </a:extLst>
              </p14:cNvPr>
              <p14:cNvContentPartPr/>
              <p14:nvPr/>
            </p14:nvContentPartPr>
            <p14:xfrm>
              <a:off x="147240" y="178560"/>
              <a:ext cx="11871000" cy="66574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D1B645E-A944-B3EA-087C-6D5BF1CE32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880" y="169200"/>
                <a:ext cx="11889720" cy="66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8622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58BD-92F2-B4D2-13CC-9A4D389A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Union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88C61-94BE-F3EA-E981-830051A36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events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events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zh-SG" altLang="zh-SG" dirty="0"/>
                  <a:t>need </a:t>
                </a:r>
                <a:r>
                  <a:rPr lang="zh-SG" altLang="zh-SG" dirty="0">
                    <a:solidFill>
                      <a:srgbClr val="0070C0"/>
                    </a:solidFill>
                  </a:rPr>
                  <a:t>not</a:t>
                </a:r>
                <a:r>
                  <a:rPr lang="zh-SG" altLang="zh-SG" dirty="0"/>
                  <a:t> be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5"/>
                    </a:solidFill>
                  </a:rPr>
                  <a:t>independent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we want to prove that a </a:t>
                </a:r>
                <a:r>
                  <a:rPr lang="en-US" dirty="0">
                    <a:solidFill>
                      <a:schemeClr val="accent5"/>
                    </a:solidFill>
                  </a:rPr>
                  <a:t>randomized algorithm </a:t>
                </a:r>
                <a:r>
                  <a:rPr lang="en-US" dirty="0"/>
                  <a:t>succeeds with high probability, then list </a:t>
                </a:r>
                <a:r>
                  <a:rPr lang="en-US" dirty="0">
                    <a:solidFill>
                      <a:schemeClr val="accent5"/>
                    </a:solidFill>
                  </a:rPr>
                  <a:t>all bad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prove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5"/>
                    </a:solidFill>
                  </a:rPr>
                  <a:t>small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88C61-94BE-F3EA-E981-830051A36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5814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9801458-FEBD-0A63-2C39-85838FE1853A}"/>
                  </a:ext>
                </a:extLst>
              </p:cNvPr>
              <p:cNvSpPr/>
              <p:nvPr/>
            </p:nvSpPr>
            <p:spPr>
              <a:xfrm>
                <a:off x="4296543" y="2881401"/>
                <a:ext cx="1458686" cy="1415142"/>
              </a:xfrm>
              <a:prstGeom prst="ellipse">
                <a:avLst/>
              </a:prstGeom>
              <a:solidFill>
                <a:schemeClr val="accent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8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9801458-FEBD-0A63-2C39-85838FE1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543" y="2881401"/>
                <a:ext cx="1458686" cy="141514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39C54B1-2214-98C9-AF98-118767563449}"/>
                  </a:ext>
                </a:extLst>
              </p:cNvPr>
              <p:cNvSpPr/>
              <p:nvPr/>
            </p:nvSpPr>
            <p:spPr>
              <a:xfrm>
                <a:off x="5270578" y="2881401"/>
                <a:ext cx="1458686" cy="1415142"/>
              </a:xfrm>
              <a:prstGeom prst="ellipse">
                <a:avLst/>
              </a:prstGeom>
              <a:solidFill>
                <a:schemeClr val="accent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8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39C54B1-2214-98C9-AF98-118767563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578" y="2881401"/>
                <a:ext cx="1458686" cy="141514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4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BF0F-CD13-29E4-D0E9-AF39DF7E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5E91-D1C5-429A-54E9-ECDB891E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CDE419-0DD7-B671-26AB-18A41DCC9F32}"/>
              </a:ext>
            </a:extLst>
          </p:cNvPr>
          <p:cNvGrpSpPr/>
          <p:nvPr/>
        </p:nvGrpSpPr>
        <p:grpSpPr>
          <a:xfrm>
            <a:off x="1676400" y="4724400"/>
            <a:ext cx="990600" cy="1143000"/>
            <a:chOff x="1295400" y="4648200"/>
            <a:chExt cx="990600" cy="1143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AD3A4D5-701E-F6A6-7F65-DE26A30A75C6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91B114-CA2D-14FD-6B16-B4CBDB9FCDD8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7BD938-2E7A-9217-628B-3CBD12EBF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6883E1-154C-965B-083E-6D5DF9EE642C}"/>
              </a:ext>
            </a:extLst>
          </p:cNvPr>
          <p:cNvGrpSpPr/>
          <p:nvPr/>
        </p:nvGrpSpPr>
        <p:grpSpPr>
          <a:xfrm>
            <a:off x="3200400" y="4724400"/>
            <a:ext cx="990600" cy="1143000"/>
            <a:chOff x="1295400" y="4648200"/>
            <a:chExt cx="990600" cy="1143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B466470-B10F-24CC-A3FB-ED339D7FCE5F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B56AD50-E9C1-1B9E-FA1C-5CD553E02CDE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C920780-7897-4D84-A8D3-57681E145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AE23E7-D4E6-17EF-0FA2-5088402DB570}"/>
              </a:ext>
            </a:extLst>
          </p:cNvPr>
          <p:cNvGrpSpPr/>
          <p:nvPr/>
        </p:nvGrpSpPr>
        <p:grpSpPr>
          <a:xfrm>
            <a:off x="4687330" y="4724400"/>
            <a:ext cx="990600" cy="1143000"/>
            <a:chOff x="1295400" y="4648200"/>
            <a:chExt cx="990600" cy="1143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404B9A-C1A0-65A8-F931-B14E77DF17FA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B82E9A-54F9-74E6-1548-2898F09C065E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A375C0-60B7-7276-8006-9FEB6D984C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287EFB-F8EB-0119-E94B-415EAD126DB0}"/>
              </a:ext>
            </a:extLst>
          </p:cNvPr>
          <p:cNvGrpSpPr/>
          <p:nvPr/>
        </p:nvGrpSpPr>
        <p:grpSpPr>
          <a:xfrm>
            <a:off x="9360243" y="4724400"/>
            <a:ext cx="990600" cy="1143000"/>
            <a:chOff x="1295400" y="4648200"/>
            <a:chExt cx="990600" cy="1143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0E7A746-A706-6D10-A31A-C2D269C050F9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D0591D-E6D2-A51A-4179-2000A79854EF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5791200"/>
              <a:ext cx="685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66008A-8234-C3D0-0662-B3B72FC79A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600" y="4648200"/>
              <a:ext cx="152400" cy="1143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5A9E9029-B837-8454-19FB-E79BBD3B0648}"/>
              </a:ext>
            </a:extLst>
          </p:cNvPr>
          <p:cNvSpPr/>
          <p:nvPr/>
        </p:nvSpPr>
        <p:spPr>
          <a:xfrm>
            <a:off x="66675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397146-FDA0-C806-FDB9-E9FDABAE8EA5}"/>
              </a:ext>
            </a:extLst>
          </p:cNvPr>
          <p:cNvSpPr/>
          <p:nvPr/>
        </p:nvSpPr>
        <p:spPr>
          <a:xfrm>
            <a:off x="72009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4FD9021-88CC-48A3-E9B4-2BD933071665}"/>
              </a:ext>
            </a:extLst>
          </p:cNvPr>
          <p:cNvSpPr/>
          <p:nvPr/>
        </p:nvSpPr>
        <p:spPr>
          <a:xfrm>
            <a:off x="7734300" y="52197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009272-4393-91DA-24FF-1C4223845A8A}"/>
              </a:ext>
            </a:extLst>
          </p:cNvPr>
          <p:cNvSpPr txBox="1"/>
          <p:nvPr/>
        </p:nvSpPr>
        <p:spPr>
          <a:xfrm>
            <a:off x="2002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E90D21-B3FF-92D7-A650-516EE9C87719}"/>
              </a:ext>
            </a:extLst>
          </p:cNvPr>
          <p:cNvSpPr txBox="1"/>
          <p:nvPr/>
        </p:nvSpPr>
        <p:spPr>
          <a:xfrm>
            <a:off x="3526422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06B431-CD55-054B-B828-53EEF6C9F2D7}"/>
              </a:ext>
            </a:extLst>
          </p:cNvPr>
          <p:cNvSpPr txBox="1"/>
          <p:nvPr/>
        </p:nvSpPr>
        <p:spPr>
          <a:xfrm>
            <a:off x="5050422" y="5974403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330D74-B173-8A6F-8D5D-27BC2F5A28D5}"/>
              </a:ext>
            </a:extLst>
          </p:cNvPr>
          <p:cNvSpPr txBox="1"/>
          <p:nvPr/>
        </p:nvSpPr>
        <p:spPr>
          <a:xfrm>
            <a:off x="9699250" y="5979981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803A15-8846-4729-5B7F-A2494F049451}"/>
              </a:ext>
            </a:extLst>
          </p:cNvPr>
          <p:cNvSpPr/>
          <p:nvPr/>
        </p:nvSpPr>
        <p:spPr>
          <a:xfrm>
            <a:off x="3884981" y="186831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A53B1F-4D17-EA7F-73B6-8EA985A351AC}"/>
              </a:ext>
            </a:extLst>
          </p:cNvPr>
          <p:cNvSpPr/>
          <p:nvPr/>
        </p:nvSpPr>
        <p:spPr>
          <a:xfrm>
            <a:off x="4846749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46D8E9-BEF2-96CC-1A20-27B25168FE69}"/>
              </a:ext>
            </a:extLst>
          </p:cNvPr>
          <p:cNvSpPr/>
          <p:nvPr/>
        </p:nvSpPr>
        <p:spPr>
          <a:xfrm>
            <a:off x="5808517" y="1889459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FAFC7C-CB55-580B-91A4-A6B8B0A22A32}"/>
              </a:ext>
            </a:extLst>
          </p:cNvPr>
          <p:cNvSpPr/>
          <p:nvPr/>
        </p:nvSpPr>
        <p:spPr>
          <a:xfrm>
            <a:off x="7985459" y="1924226"/>
            <a:ext cx="335881" cy="3358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9E7B9D-0120-384E-A711-5D847BC2404E}"/>
              </a:ext>
            </a:extLst>
          </p:cNvPr>
          <p:cNvSpPr/>
          <p:nvPr/>
        </p:nvSpPr>
        <p:spPr>
          <a:xfrm>
            <a:off x="65532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0DCA4A-D677-73DD-1129-06089BF3C908}"/>
              </a:ext>
            </a:extLst>
          </p:cNvPr>
          <p:cNvSpPr/>
          <p:nvPr/>
        </p:nvSpPr>
        <p:spPr>
          <a:xfrm>
            <a:off x="70866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24D331-A266-F43D-3BBB-DD42F234D0FC}"/>
              </a:ext>
            </a:extLst>
          </p:cNvPr>
          <p:cNvSpPr/>
          <p:nvPr/>
        </p:nvSpPr>
        <p:spPr>
          <a:xfrm>
            <a:off x="7620000" y="2019300"/>
            <a:ext cx="1143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D516-422D-BE21-AA97-10C0BFA4239F}"/>
                  </a:ext>
                </a:extLst>
              </p:cNvPr>
              <p:cNvSpPr txBox="1"/>
              <p:nvPr/>
            </p:nvSpPr>
            <p:spPr>
              <a:xfrm>
                <a:off x="5172474" y="1140378"/>
                <a:ext cx="26742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balls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2D516-422D-BE21-AA97-10C0BFA42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474" y="1140378"/>
                <a:ext cx="2674258" cy="584775"/>
              </a:xfrm>
              <a:prstGeom prst="rect">
                <a:avLst/>
              </a:prstGeom>
              <a:blipFill>
                <a:blip r:embed="rId2"/>
                <a:stretch>
                  <a:fillRect l="-1422" t="-12766" r="-5213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8E4624B-0C9D-725C-7E2E-754D540010DB}"/>
              </a:ext>
            </a:extLst>
          </p:cNvPr>
          <p:cNvSpPr txBox="1"/>
          <p:nvPr/>
        </p:nvSpPr>
        <p:spPr>
          <a:xfrm>
            <a:off x="3119170" y="2808588"/>
            <a:ext cx="56438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Prove that the probability of having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no empty bins </a:t>
            </a:r>
            <a:r>
              <a:rPr lang="en-US" dirty="0">
                <a:latin typeface="+mn-lt"/>
              </a:rPr>
              <a:t>is high.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CD491-2AAC-F416-CBB7-1009C3BA5668}"/>
                  </a:ext>
                </a:extLst>
              </p:cNvPr>
              <p:cNvSpPr txBox="1"/>
              <p:nvPr/>
            </p:nvSpPr>
            <p:spPr>
              <a:xfrm>
                <a:off x="8649198" y="816361"/>
                <a:ext cx="3250890" cy="1881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SG" sz="2000" dirty="0">
                    <a:latin typeface="+mn-lt"/>
                  </a:rPr>
                  <a:t>Useful Inequality: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SG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SG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SG" sz="1600" dirty="0">
                  <a:latin typeface="+mn-lt"/>
                </a:endParaRPr>
              </a:p>
              <a:p>
                <a:r>
                  <a:rPr kumimoji="1" lang="en-US" altLang="zh-SG" sz="2000" dirty="0">
                    <a:latin typeface="+mn-lt"/>
                  </a:rPr>
                  <a:t>In this course, we will just say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SG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SG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SG" sz="20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SG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SG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1" lang="zh-SG" alt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CD491-2AAC-F416-CBB7-1009C3BA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198" y="816361"/>
                <a:ext cx="3250890" cy="1881284"/>
              </a:xfrm>
              <a:prstGeom prst="rect">
                <a:avLst/>
              </a:prstGeom>
              <a:blipFill>
                <a:blip r:embed="rId3"/>
                <a:stretch>
                  <a:fillRect l="-1563" t="-2013" r="-1563" b="-67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6C837D-68C7-B9AA-49D6-B6B9B129F1EB}"/>
                  </a:ext>
                </a:extLst>
              </p14:cNvPr>
              <p14:cNvContentPartPr/>
              <p14:nvPr/>
            </p14:nvContentPartPr>
            <p14:xfrm>
              <a:off x="9481320" y="437400"/>
              <a:ext cx="2532240" cy="47224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6C837D-68C7-B9AA-49D6-B6B9B129F1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71960" y="428040"/>
                <a:ext cx="2550960" cy="474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26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False"/>
  <p:tag name="EMBEDFONTS" val="False"/>
  <p:tag name="USEBOLDAMS" val="False"/>
  <p:tag name="DEFAULTDISPLAYSOURCE" val="\documentclass{slides}\pagestyle{empty}&#10;\input{macros}&#10;\begin{document}&#10;$ $&#10;\end{document}&#10;"/>
  <p:tag name="TEX2PS" val="latex %.tex; dvips -D 300 -o %.ps %.dvi"/>
  <p:tag name="TEX2PSBATCH" val="latex --interaction=nonstopmode %.tex; dvips -D 300 -o %.ps %.dvi"/>
  <p:tag name="DEFAULTMAGNIFICATION" val="1.5"/>
</p:tagLst>
</file>

<file path=ppt/theme/theme1.xml><?xml version="1.0" encoding="utf-8"?>
<a:theme xmlns:a="http://schemas.openxmlformats.org/drawingml/2006/main" name="6.046 Lectur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87499</TotalTime>
  <Words>1789</Words>
  <Application>Microsoft Office PowerPoint</Application>
  <PresentationFormat>宽屏</PresentationFormat>
  <Paragraphs>337</Paragraphs>
  <Slides>42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3" baseType="lpstr">
      <vt:lpstr>6.046 Lectures</vt:lpstr>
      <vt:lpstr>Algorithms at Scale</vt:lpstr>
      <vt:lpstr>About This Course</vt:lpstr>
      <vt:lpstr>What Does ‘Algorithms at Scale’ Mean?</vt:lpstr>
      <vt:lpstr>Time</vt:lpstr>
      <vt:lpstr>Limited Time: Query Algorithm</vt:lpstr>
      <vt:lpstr>Example</vt:lpstr>
      <vt:lpstr>Another Algorithm</vt:lpstr>
      <vt:lpstr>Space</vt:lpstr>
      <vt:lpstr>Space</vt:lpstr>
      <vt:lpstr>Limited Space: Streaming Algorithm</vt:lpstr>
      <vt:lpstr>Example</vt:lpstr>
      <vt:lpstr>Another Example</vt:lpstr>
      <vt:lpstr>Other Resources</vt:lpstr>
      <vt:lpstr>Course Objectives</vt:lpstr>
      <vt:lpstr>Lectures</vt:lpstr>
      <vt:lpstr>Assessment (100% CA)</vt:lpstr>
      <vt:lpstr>Project</vt:lpstr>
      <vt:lpstr>Project Timeline</vt:lpstr>
      <vt:lpstr>Academic Policy (on Plagiarism)</vt:lpstr>
      <vt:lpstr>Any Questions?</vt:lpstr>
      <vt:lpstr>Probability and Concentration</vt:lpstr>
      <vt:lpstr>Probability</vt:lpstr>
      <vt:lpstr>Probability</vt:lpstr>
      <vt:lpstr>Probability</vt:lpstr>
      <vt:lpstr>Probability</vt:lpstr>
      <vt:lpstr>Expectation</vt:lpstr>
      <vt:lpstr>Expectation</vt:lpstr>
      <vt:lpstr>Variance</vt:lpstr>
      <vt:lpstr>Expectation</vt:lpstr>
      <vt:lpstr>Random Variables</vt:lpstr>
      <vt:lpstr>Expectation</vt:lpstr>
      <vt:lpstr>Exercise</vt:lpstr>
      <vt:lpstr>Markov’s Inequality</vt:lpstr>
      <vt:lpstr>Expectation</vt:lpstr>
      <vt:lpstr>Markov’s Inequality</vt:lpstr>
      <vt:lpstr>Chebyshev’s Inequality </vt:lpstr>
      <vt:lpstr>Chebyshev’s Inequality</vt:lpstr>
      <vt:lpstr>Exercise</vt:lpstr>
      <vt:lpstr>Chernoff Bound</vt:lpstr>
      <vt:lpstr>Exercise</vt:lpstr>
      <vt:lpstr>Union Bound</vt:lpstr>
      <vt:lpstr>Exercise</vt:lpstr>
    </vt:vector>
  </TitlesOfParts>
  <Company>MIT Department of Electrical Engineering and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</dc:title>
  <dc:subject>Introduction to Algorithms</dc:subject>
  <dc:creator>Charles E. Leiserson</dc:creator>
  <cp:lastModifiedBy>Chen Yu</cp:lastModifiedBy>
  <cp:revision>967</cp:revision>
  <dcterms:created xsi:type="dcterms:W3CDTF">2001-09-03T00:33:29Z</dcterms:created>
  <dcterms:modified xsi:type="dcterms:W3CDTF">2026-08-13T12:11:31Z</dcterms:modified>
</cp:coreProperties>
</file>